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357" r:id="rId5"/>
    <p:sldId id="364" r:id="rId6"/>
    <p:sldId id="340" r:id="rId7"/>
    <p:sldId id="359" r:id="rId8"/>
    <p:sldId id="360" r:id="rId9"/>
    <p:sldId id="361" r:id="rId10"/>
    <p:sldId id="363" r:id="rId11"/>
    <p:sldId id="3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582D"/>
    <a:srgbClr val="A6631A"/>
    <a:srgbClr val="1A9E77"/>
    <a:srgbClr val="B21A2A"/>
    <a:srgbClr val="2165AC"/>
    <a:srgbClr val="969696"/>
    <a:srgbClr val="FAD42A"/>
    <a:srgbClr val="801033"/>
    <a:srgbClr val="638CCD"/>
    <a:srgbClr val="F7D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85"/>
    <p:restoredTop sz="97030"/>
  </p:normalViewPr>
  <p:slideViewPr>
    <p:cSldViewPr snapToGrid="0">
      <p:cViewPr>
        <p:scale>
          <a:sx n="180" d="100"/>
          <a:sy n="180" d="100"/>
        </p:scale>
        <p:origin x="400" y="-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5EFEB-AEDE-FC4C-BD98-BCAAA9CB960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D9B3D-DECE-ED40-8634-CBD0E42E6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A81-3B7B-6E2F-A600-DCF07748F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D7049-422A-44F8-77DD-27AD86FBB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BF128-AF90-4D58-4EDF-E7515E09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3FCA9-5E26-6F7B-AD11-14072764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E6C9-4C1E-1FE2-9A4E-27927894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F1EA-8B3B-B391-552C-F2CD3C80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7157-0267-D8B0-D17F-3EFD4879E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88608-5070-32E4-9F49-4F2173F9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E829D-7E0F-25DD-AA02-46BC2155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B8-2F55-3A2A-DFC0-7C489208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67A5-CF26-510A-C69D-9C6C69A4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9F3C-F877-7B36-DBB5-491646A1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EB3A-5857-C568-21F8-90F3FEA3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1A15-1B4B-7293-49E1-DD87C59F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01632-FFB5-3FCB-5C0D-404989B3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6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010-BD28-361E-FCEC-2325D15C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A6A7F-7EAF-7DD5-7FBC-4DDB0A103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4F4BA-9168-A816-8307-3B928262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5E485-8082-E649-9905-88D7235A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5551-FFE2-8DD3-3027-CA0B5671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789E-E2B6-CD8B-8F1E-E0B1DAEA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2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C02-EBB4-42AC-EF55-044CF6F6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0730A-E075-CC89-23A7-19C90595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16E34-6D2C-31DF-BC50-C4E171659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792E2-2FD1-F59E-157F-8B49F3523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65A91-40B3-9CBA-CD79-EF3A02ADC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CA158-3B70-BC81-273B-C15AE150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F6589-B9B3-A176-177C-A2C85DC9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2F30E-6273-F1D2-4478-9131C8E0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8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F45D-8BA3-59AF-04F1-5710D36C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F3FF9-8088-A6DD-7962-A9E3788E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0288A-E4B4-B24E-0A35-5266E135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2E723-DF76-B1B7-0F89-274032EE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88417-2ABB-37CE-A4A1-84947E83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D8118-DC53-53CE-F03B-A4AE19AB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13F05-2A30-C34A-B3F2-F16299CC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1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F187-FCBC-E725-4B0C-AE6E36A9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5D5C-47AF-039B-2EB4-A9681E45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E6BC0-6A4A-0EF5-95E1-9A000019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002FA-2E19-C1AB-CC13-11E33325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EA419-2A32-9D76-85B7-FA3DFE4B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E3947-A6E7-8B91-99F4-E819379B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3B16-41E6-9BCD-1EC3-C987A410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82609-96B2-C863-0791-E60845970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D966D-D18B-79C4-86DB-7BE80F2D8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4B08-E314-ED5A-53A9-E1ED34FA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48FDB-0544-8056-A759-787E21C4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F885E-9F4D-A920-7A08-9F50AAC2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A24A-8DF0-B09F-386B-A1032E68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66D5B-3D7C-39E1-8FAA-FD6E3CDA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52EC-56B5-8C93-CF17-D968516D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C21E3-4444-4D13-F08E-2DCD13E5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DFAC7-340E-1666-C5AC-F2DA515C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1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B9370-4558-1CEF-C942-29821EDE9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36EAA-4F92-70E5-C734-8AE2DC83A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6F85-2196-2DE1-15E2-AEEA6C2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223F-A73C-A41A-0052-25A1F4A1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6A7E-FEF9-5D15-0AB4-A2D29249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5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21355-44D8-295F-2E9A-AB1B356B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32E88-D13D-61D1-238C-E702D6AF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C0060-D92B-FA29-A28B-C60AA6535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ABC11-4237-A549-BB53-4707F865414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A83C-F0E4-9ECF-8FF2-AB528BC08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47F2-26B3-9504-9459-6C7DC1663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30.emf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31.emf"/><Relationship Id="rId10" Type="http://schemas.openxmlformats.org/officeDocument/2006/relationships/image" Target="../media/image9.emf"/><Relationship Id="rId4" Type="http://schemas.openxmlformats.org/officeDocument/2006/relationships/image" Target="../media/image4.emf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C6B212C-720A-E545-2E4E-9DBBDCEDA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324" b="6930"/>
          <a:stretch/>
        </p:blipFill>
        <p:spPr>
          <a:xfrm>
            <a:off x="6618055" y="1817948"/>
            <a:ext cx="3860189" cy="9719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185A52-6B96-D33A-F8DD-F478A1031D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91" r="24245" b="7815"/>
          <a:stretch/>
        </p:blipFill>
        <p:spPr>
          <a:xfrm>
            <a:off x="6660357" y="520316"/>
            <a:ext cx="3761602" cy="125546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7DA71E0-4A24-144E-96D1-4F02D9E609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752"/>
          <a:stretch/>
        </p:blipFill>
        <p:spPr>
          <a:xfrm>
            <a:off x="6738421" y="2748369"/>
            <a:ext cx="3741324" cy="12678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7219852-987F-D149-9744-0AC6845351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561" t="4681" r="46634" b="88181"/>
          <a:stretch/>
        </p:blipFill>
        <p:spPr>
          <a:xfrm>
            <a:off x="9931650" y="2441832"/>
            <a:ext cx="416060" cy="901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92804C-BD72-DA4B-8BDE-FB3E9C76520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355" t="5126" r="32311" b="88561"/>
          <a:stretch/>
        </p:blipFill>
        <p:spPr>
          <a:xfrm>
            <a:off x="9931650" y="2532031"/>
            <a:ext cx="433263" cy="7977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46801A-98AB-EB42-89DA-B975313D9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6"/>
          <a:srcRect t="19023" b="29730"/>
          <a:stretch/>
        </p:blipFill>
        <p:spPr>
          <a:xfrm>
            <a:off x="1362848" y="4052310"/>
            <a:ext cx="9733155" cy="280569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4CE5CB-FD35-584E-9596-AEE4088AF9D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277" t="17995" r="29831" b="19438"/>
          <a:stretch/>
        </p:blipFill>
        <p:spPr>
          <a:xfrm>
            <a:off x="1295013" y="379101"/>
            <a:ext cx="2300348" cy="22884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D15FA4-28CE-8442-8924-B0CB42D3A47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516" t="23216" r="36775" b="18451"/>
          <a:stretch/>
        </p:blipFill>
        <p:spPr>
          <a:xfrm>
            <a:off x="3991597" y="526491"/>
            <a:ext cx="2237829" cy="21336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FE67B0-465E-C341-BCB8-E8395250B84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7718" t="43404" b="43413"/>
          <a:stretch/>
        </p:blipFill>
        <p:spPr>
          <a:xfrm>
            <a:off x="1362848" y="2372767"/>
            <a:ext cx="996508" cy="5896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DE56CC-456E-1140-B92A-2E0741E0339C}"/>
              </a:ext>
            </a:extLst>
          </p:cNvPr>
          <p:cNvSpPr txBox="1"/>
          <p:nvPr/>
        </p:nvSpPr>
        <p:spPr>
          <a:xfrm>
            <a:off x="970539" y="11673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AC030A-1A3D-9846-8347-B7D04466F149}"/>
              </a:ext>
            </a:extLst>
          </p:cNvPr>
          <p:cNvSpPr txBox="1"/>
          <p:nvPr/>
        </p:nvSpPr>
        <p:spPr>
          <a:xfrm>
            <a:off x="6561897" y="11154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EF66C3-4FB4-2948-B3C8-A6A091E8E402}"/>
              </a:ext>
            </a:extLst>
          </p:cNvPr>
          <p:cNvSpPr txBox="1"/>
          <p:nvPr/>
        </p:nvSpPr>
        <p:spPr>
          <a:xfrm>
            <a:off x="970539" y="40162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B95CB59-C77E-8549-BE3F-B53BF3FAEE5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8618" t="29698" r="51308" b="27623"/>
          <a:stretch/>
        </p:blipFill>
        <p:spPr>
          <a:xfrm>
            <a:off x="10145387" y="1398505"/>
            <a:ext cx="86892" cy="2300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28C15F-4813-F34F-9FE3-E2A069383C9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9986" t="29698" r="64637" b="27623"/>
          <a:stretch/>
        </p:blipFill>
        <p:spPr>
          <a:xfrm>
            <a:off x="10232279" y="1398505"/>
            <a:ext cx="132634" cy="2300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B5DCC0E0-0CD1-9B43-BF5F-D0DADAC057AC}"/>
              </a:ext>
            </a:extLst>
          </p:cNvPr>
          <p:cNvGrpSpPr/>
          <p:nvPr/>
        </p:nvGrpSpPr>
        <p:grpSpPr>
          <a:xfrm>
            <a:off x="1211564" y="3002973"/>
            <a:ext cx="5017861" cy="1114799"/>
            <a:chOff x="1278637" y="3002973"/>
            <a:chExt cx="5017861" cy="111479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00FC4C95-83BD-B346-B163-D2F518D1BA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719" t="7265" r="15798"/>
            <a:stretch/>
          </p:blipFill>
          <p:spPr>
            <a:xfrm>
              <a:off x="1278637" y="3002973"/>
              <a:ext cx="5017861" cy="1114799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4BF7DEC-CBF1-484C-907B-ABFFA4B8EA93}"/>
                </a:ext>
              </a:extLst>
            </p:cNvPr>
            <p:cNvGrpSpPr/>
            <p:nvPr/>
          </p:nvGrpSpPr>
          <p:grpSpPr>
            <a:xfrm>
              <a:off x="3670165" y="3682441"/>
              <a:ext cx="262264" cy="266705"/>
              <a:chOff x="3763377" y="3640680"/>
              <a:chExt cx="255431" cy="245519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B3394CC7-869B-1245-8DCE-4A8F899B66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64377" y="3794124"/>
                <a:ext cx="254431" cy="92075"/>
              </a:xfrm>
              <a:prstGeom prst="rect">
                <a:avLst/>
              </a:prstGeom>
            </p:spPr>
          </p:pic>
          <p:sp>
            <p:nvSpPr>
              <p:cNvPr id="26" name="TextBox 17">
                <a:extLst>
                  <a:ext uri="{FF2B5EF4-FFF2-40B4-BE49-F238E27FC236}">
                    <a16:creationId xmlns:a16="http://schemas.microsoft.com/office/drawing/2014/main" id="{1F3C37F1-3601-6549-B34D-9A2A83715FB6}"/>
                  </a:ext>
                </a:extLst>
              </p:cNvPr>
              <p:cNvSpPr txBox="1"/>
              <p:nvPr/>
            </p:nvSpPr>
            <p:spPr>
              <a:xfrm>
                <a:off x="3763377" y="3640680"/>
                <a:ext cx="25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//</a:t>
                </a:r>
              </a:p>
            </p:txBody>
          </p: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0A6EFBE-935E-2143-803E-D0E18290A2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45187" y="2285183"/>
            <a:ext cx="1157896" cy="72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8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F6AF5D-A2D7-B34E-6A1D-102693C6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710" y="67142"/>
            <a:ext cx="4756298" cy="1849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FD4193-CBEE-EC3A-EAC9-D4C70731C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710" y="3766484"/>
            <a:ext cx="4756298" cy="1849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4D70E-A01E-9C3C-AD44-A21C89746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710" y="1916813"/>
            <a:ext cx="4756298" cy="18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8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810D61-91BE-B2E0-6040-484F64D2AA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89"/>
          <a:stretch/>
        </p:blipFill>
        <p:spPr>
          <a:xfrm>
            <a:off x="854828" y="683548"/>
            <a:ext cx="9332844" cy="259564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9B6D78-DC44-D89E-3BEA-10A458674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7207"/>
          <a:stretch/>
        </p:blipFill>
        <p:spPr>
          <a:xfrm>
            <a:off x="926388" y="3455004"/>
            <a:ext cx="7570382" cy="2719448"/>
          </a:xfr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5E791DA-B614-57F2-4D31-272F2CC4AE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867" t="16448" b="48246"/>
          <a:stretch/>
        </p:blipFill>
        <p:spPr>
          <a:xfrm>
            <a:off x="9047932" y="3561065"/>
            <a:ext cx="1089964" cy="1798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14337-2996-9067-9794-91D0AB6ACE28}"/>
              </a:ext>
            </a:extLst>
          </p:cNvPr>
          <p:cNvSpPr txBox="1"/>
          <p:nvPr/>
        </p:nvSpPr>
        <p:spPr>
          <a:xfrm>
            <a:off x="616688" y="37214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256D8-DB33-F75D-ABAA-6D3A1FB1BA84}"/>
              </a:ext>
            </a:extLst>
          </p:cNvPr>
          <p:cNvSpPr txBox="1"/>
          <p:nvPr/>
        </p:nvSpPr>
        <p:spPr>
          <a:xfrm>
            <a:off x="616688" y="32094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DC9B04-9DF2-0086-58BF-DF49BED2F8BB}"/>
              </a:ext>
            </a:extLst>
          </p:cNvPr>
          <p:cNvSpPr txBox="1"/>
          <p:nvPr/>
        </p:nvSpPr>
        <p:spPr>
          <a:xfrm>
            <a:off x="9047932" y="5197097"/>
            <a:ext cx="867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Modern</a:t>
            </a:r>
          </a:p>
          <a:p>
            <a:r>
              <a:rPr lang="en-US" sz="1400" dirty="0">
                <a:solidFill>
                  <a:srgbClr val="8F582D"/>
                </a:solidFill>
              </a:rPr>
              <a:t>Historical</a:t>
            </a:r>
          </a:p>
        </p:txBody>
      </p:sp>
    </p:spTree>
    <p:extLst>
      <p:ext uri="{BB962C8B-B14F-4D97-AF65-F5344CB8AC3E}">
        <p14:creationId xmlns:p14="http://schemas.microsoft.com/office/powerpoint/2010/main" val="254489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DB60543-1927-D476-5945-AE2C5DA39647}"/>
              </a:ext>
            </a:extLst>
          </p:cNvPr>
          <p:cNvSpPr txBox="1"/>
          <p:nvPr/>
        </p:nvSpPr>
        <p:spPr>
          <a:xfrm>
            <a:off x="785344" y="13738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45571-E60B-1AF4-D046-F5F5BC23EF28}"/>
              </a:ext>
            </a:extLst>
          </p:cNvPr>
          <p:cNvSpPr txBox="1"/>
          <p:nvPr/>
        </p:nvSpPr>
        <p:spPr>
          <a:xfrm>
            <a:off x="5730878" y="137381"/>
            <a:ext cx="3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5D565-8390-711E-C3BC-5080B7B06FCF}"/>
              </a:ext>
            </a:extLst>
          </p:cNvPr>
          <p:cNvSpPr txBox="1"/>
          <p:nvPr/>
        </p:nvSpPr>
        <p:spPr>
          <a:xfrm>
            <a:off x="785344" y="38435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76E7F-F68E-BF5F-4930-00E16E40D189}"/>
              </a:ext>
            </a:extLst>
          </p:cNvPr>
          <p:cNvSpPr txBox="1"/>
          <p:nvPr/>
        </p:nvSpPr>
        <p:spPr>
          <a:xfrm>
            <a:off x="5731367" y="384130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E824E-734C-0849-B6A9-7AF47697E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42" y="4450103"/>
            <a:ext cx="4541032" cy="22705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21BEB5-BC32-8E44-912F-6AA4ACB65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42" y="318210"/>
            <a:ext cx="4389113" cy="37138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5265B3-3241-0144-A59E-9CE4BA543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034" y="828401"/>
            <a:ext cx="5851522" cy="2633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FA1683-7F3C-B44F-9AF1-968ADAC38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034" y="4210635"/>
            <a:ext cx="5851522" cy="243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66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14B196E-5051-C42C-3118-1F93F6A698A1}"/>
              </a:ext>
            </a:extLst>
          </p:cNvPr>
          <p:cNvSpPr txBox="1"/>
          <p:nvPr/>
        </p:nvSpPr>
        <p:spPr>
          <a:xfrm>
            <a:off x="651592" y="476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587C3-E0E3-2204-1D33-8DB256A8CC75}"/>
              </a:ext>
            </a:extLst>
          </p:cNvPr>
          <p:cNvSpPr txBox="1"/>
          <p:nvPr/>
        </p:nvSpPr>
        <p:spPr>
          <a:xfrm>
            <a:off x="655923" y="3155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1E20DE-3FFD-3298-345B-EA1A50BA0516}"/>
              </a:ext>
            </a:extLst>
          </p:cNvPr>
          <p:cNvSpPr txBox="1"/>
          <p:nvPr/>
        </p:nvSpPr>
        <p:spPr>
          <a:xfrm>
            <a:off x="5778284" y="4762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A3D7B1-3911-7C67-89D6-E7442028D0BB}"/>
              </a:ext>
            </a:extLst>
          </p:cNvPr>
          <p:cNvSpPr txBox="1"/>
          <p:nvPr/>
        </p:nvSpPr>
        <p:spPr>
          <a:xfrm>
            <a:off x="4110681" y="315509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E83963-500B-2EEA-43C8-7AC81E2FE0E7}"/>
              </a:ext>
            </a:extLst>
          </p:cNvPr>
          <p:cNvSpPr txBox="1"/>
          <p:nvPr/>
        </p:nvSpPr>
        <p:spPr>
          <a:xfrm>
            <a:off x="7584675" y="315509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502477-4BBD-A74C-92B1-97544ED57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413" y="3714452"/>
            <a:ext cx="3240678" cy="2863734"/>
          </a:xfrm>
          <a:prstGeom prst="rect">
            <a:avLst/>
          </a:prstGeom>
        </p:spPr>
      </p:pic>
      <p:pic>
        <p:nvPicPr>
          <p:cNvPr id="9" name="Picture 8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C879F817-05BB-C44D-B2E7-BB5827FC4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03" y="279813"/>
            <a:ext cx="4908706" cy="2727059"/>
          </a:xfrm>
          <a:prstGeom prst="rect">
            <a:avLst/>
          </a:prstGeom>
        </p:spPr>
      </p:pic>
      <p:pic>
        <p:nvPicPr>
          <p:cNvPr id="11" name="Picture 10" descr="A graph of red lines&#10;&#10;Description automatically generated">
            <a:extLst>
              <a:ext uri="{FF2B5EF4-FFF2-40B4-BE49-F238E27FC236}">
                <a16:creationId xmlns:a16="http://schemas.microsoft.com/office/drawing/2014/main" id="{1BDEA8F6-AF4F-B14B-A2B7-2343AF1BB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934" y="279814"/>
            <a:ext cx="4908706" cy="27270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B95858-3553-F44C-AB7E-CFB5A72C5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03" y="3714453"/>
            <a:ext cx="3240678" cy="2863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EE30B3-E82A-6E4D-AFF0-AC17343F60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573" y="3714452"/>
            <a:ext cx="3240678" cy="286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077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DB60543-1927-D476-5945-AE2C5DA39647}"/>
              </a:ext>
            </a:extLst>
          </p:cNvPr>
          <p:cNvSpPr txBox="1"/>
          <p:nvPr/>
        </p:nvSpPr>
        <p:spPr>
          <a:xfrm>
            <a:off x="369118" y="85503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45571-E60B-1AF4-D046-F5F5BC23EF28}"/>
              </a:ext>
            </a:extLst>
          </p:cNvPr>
          <p:cNvSpPr txBox="1"/>
          <p:nvPr/>
        </p:nvSpPr>
        <p:spPr>
          <a:xfrm>
            <a:off x="6186790" y="85503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4A66F-5A11-ED43-A5A5-18C6FD003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18" y="1383686"/>
            <a:ext cx="5726882" cy="40906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BC465D-E9C2-F447-8608-949AD44A5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640" y="1383685"/>
            <a:ext cx="5726881" cy="409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83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549AF-553D-8326-4EA4-913CA8EE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modern 1350 not resampled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D0B9C-AF37-B804-1BFB-2277CA5C5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40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5B92-5BD8-D654-5432-D3E0AFEB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F576E0C-19ED-805A-62B4-9C39AB8CE8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752"/>
          <a:stretch/>
        </p:blipFill>
        <p:spPr>
          <a:xfrm>
            <a:off x="6660357" y="2789905"/>
            <a:ext cx="3605473" cy="12218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CA70B6-A28A-95BE-8477-AC23C4FEB2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68" r="241" b="6876"/>
          <a:stretch/>
        </p:blipFill>
        <p:spPr>
          <a:xfrm>
            <a:off x="6615431" y="1705617"/>
            <a:ext cx="3650399" cy="11050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034F0B8-AF5A-8D2F-099B-76D8054231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561" t="4681" r="46634" b="88181"/>
          <a:stretch/>
        </p:blipFill>
        <p:spPr>
          <a:xfrm>
            <a:off x="9795961" y="2519696"/>
            <a:ext cx="416060" cy="901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A86A52-E1A5-06B5-4AB7-1080DDD5E5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355" t="5126" r="32311" b="88561"/>
          <a:stretch/>
        </p:blipFill>
        <p:spPr>
          <a:xfrm>
            <a:off x="9795961" y="2609895"/>
            <a:ext cx="433263" cy="7977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E21CA54-6885-A8E9-0E78-5F9CA2BB1C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741" b="8859"/>
          <a:stretch/>
        </p:blipFill>
        <p:spPr>
          <a:xfrm>
            <a:off x="6615432" y="489530"/>
            <a:ext cx="3650399" cy="126308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524511-0185-A3EC-4233-36C2FA036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6"/>
          <a:srcRect t="19023" b="29730"/>
          <a:stretch/>
        </p:blipFill>
        <p:spPr>
          <a:xfrm>
            <a:off x="1362848" y="4052310"/>
            <a:ext cx="9733155" cy="280569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68BB4C-CEA0-42BD-7385-2EE84B8CD8E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277" t="17995" r="29831" b="19438"/>
          <a:stretch/>
        </p:blipFill>
        <p:spPr>
          <a:xfrm>
            <a:off x="1295013" y="379101"/>
            <a:ext cx="2300348" cy="22884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3BBBAA-0DC0-FA57-1969-FEC2C9C245E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516" t="23216" r="36775" b="18451"/>
          <a:stretch/>
        </p:blipFill>
        <p:spPr>
          <a:xfrm>
            <a:off x="3991597" y="526491"/>
            <a:ext cx="2237829" cy="21336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099C89-FE33-AF53-E993-C663511E9DA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7718" t="43404" b="43413"/>
          <a:stretch/>
        </p:blipFill>
        <p:spPr>
          <a:xfrm>
            <a:off x="1362848" y="2372767"/>
            <a:ext cx="996508" cy="5896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6EDDF6-D486-6808-7E0B-27B9829EB83E}"/>
              </a:ext>
            </a:extLst>
          </p:cNvPr>
          <p:cNvSpPr txBox="1"/>
          <p:nvPr/>
        </p:nvSpPr>
        <p:spPr>
          <a:xfrm>
            <a:off x="970539" y="11673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FADCB2-73EE-7E8B-371B-3DA71AB84D0C}"/>
              </a:ext>
            </a:extLst>
          </p:cNvPr>
          <p:cNvSpPr txBox="1"/>
          <p:nvPr/>
        </p:nvSpPr>
        <p:spPr>
          <a:xfrm>
            <a:off x="6561897" y="11154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C816F-A1E1-C78C-B623-16BD15A1A479}"/>
              </a:ext>
            </a:extLst>
          </p:cNvPr>
          <p:cNvSpPr txBox="1"/>
          <p:nvPr/>
        </p:nvSpPr>
        <p:spPr>
          <a:xfrm>
            <a:off x="970539" y="40162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B8F4E59-1E9E-57FA-ADCD-64BB91164AB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8618" t="29698" r="51308" b="27623"/>
          <a:stretch/>
        </p:blipFill>
        <p:spPr>
          <a:xfrm>
            <a:off x="10007473" y="1389532"/>
            <a:ext cx="86892" cy="2300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344A84-48BD-8C50-71BF-51A4D54EAFB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9986" t="29698" r="64637" b="27623"/>
          <a:stretch/>
        </p:blipFill>
        <p:spPr>
          <a:xfrm>
            <a:off x="10094365" y="1389532"/>
            <a:ext cx="132634" cy="2300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A89C1B3-916D-8A05-C269-943B335BC875}"/>
              </a:ext>
            </a:extLst>
          </p:cNvPr>
          <p:cNvGrpSpPr/>
          <p:nvPr/>
        </p:nvGrpSpPr>
        <p:grpSpPr>
          <a:xfrm>
            <a:off x="1211564" y="3002973"/>
            <a:ext cx="5017861" cy="1114799"/>
            <a:chOff x="1278637" y="3002973"/>
            <a:chExt cx="5017861" cy="111479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F36F4A2D-B9E3-B655-CAD3-99E6F23BD8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719" t="7265" r="15798"/>
            <a:stretch/>
          </p:blipFill>
          <p:spPr>
            <a:xfrm>
              <a:off x="1278637" y="3002973"/>
              <a:ext cx="5017861" cy="1114799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1F447B9-BE98-B37C-3B58-C3B7CB5FB4EE}"/>
                </a:ext>
              </a:extLst>
            </p:cNvPr>
            <p:cNvGrpSpPr/>
            <p:nvPr/>
          </p:nvGrpSpPr>
          <p:grpSpPr>
            <a:xfrm>
              <a:off x="3670165" y="3682441"/>
              <a:ext cx="262264" cy="266705"/>
              <a:chOff x="3763377" y="3640680"/>
              <a:chExt cx="255431" cy="245519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DE67DF4B-1CE0-7A0C-51DB-1B61DD997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64377" y="3794124"/>
                <a:ext cx="254431" cy="92075"/>
              </a:xfrm>
              <a:prstGeom prst="rect">
                <a:avLst/>
              </a:prstGeom>
            </p:spPr>
          </p:pic>
          <p:sp>
            <p:nvSpPr>
              <p:cNvPr id="26" name="TextBox 17">
                <a:extLst>
                  <a:ext uri="{FF2B5EF4-FFF2-40B4-BE49-F238E27FC236}">
                    <a16:creationId xmlns:a16="http://schemas.microsoft.com/office/drawing/2014/main" id="{D0A259DE-DA8D-65D5-D69B-A9298043376B}"/>
                  </a:ext>
                </a:extLst>
              </p:cNvPr>
              <p:cNvSpPr txBox="1"/>
              <p:nvPr/>
            </p:nvSpPr>
            <p:spPr>
              <a:xfrm>
                <a:off x="3763377" y="3640680"/>
                <a:ext cx="25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//</a:t>
                </a:r>
              </a:p>
            </p:txBody>
          </p: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C48C444-68F1-6FAB-CDA7-9198E18EE2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45187" y="2285183"/>
            <a:ext cx="1157896" cy="72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22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18972-60f5-4afa-98f6-c19520574e57" xsi:nil="true"/>
    <lcf76f155ced4ddcb4097134ff3c332f xmlns="ac5dfaab-0878-459b-b0b1-00a629eabd8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6439232332249822FBB3717BF308A" ma:contentTypeVersion="15" ma:contentTypeDescription="Create a new document." ma:contentTypeScope="" ma:versionID="701781068bddb0acf2f4ccc9e7a6a799">
  <xsd:schema xmlns:xsd="http://www.w3.org/2001/XMLSchema" xmlns:xs="http://www.w3.org/2001/XMLSchema" xmlns:p="http://schemas.microsoft.com/office/2006/metadata/properties" xmlns:ns2="ac5dfaab-0878-459b-b0b1-00a629eabd85" xmlns:ns3="4c318972-60f5-4afa-98f6-c19520574e57" targetNamespace="http://schemas.microsoft.com/office/2006/metadata/properties" ma:root="true" ma:fieldsID="1e97419e04d06508345b0a854171ee4d" ns2:_="" ns3:_="">
    <xsd:import namespace="ac5dfaab-0878-459b-b0b1-00a629eabd85"/>
    <xsd:import namespace="4c318972-60f5-4afa-98f6-c19520574e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5dfaab-0878-459b-b0b1-00a629eabd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8972-60f5-4afa-98f6-c19520574e5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0052e06-4aa5-4288-809d-4048ac8df144}" ma:internalName="TaxCatchAll" ma:showField="CatchAllData" ma:web="4c318972-60f5-4afa-98f6-c19520574e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564D8D-6CAA-45DD-B2E6-6B9B67D9E6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79B129-5F64-4169-A8A6-BBD9F9947508}">
  <ds:schemaRefs>
    <ds:schemaRef ds:uri="http://schemas.microsoft.com/office/2006/metadata/properties"/>
    <ds:schemaRef ds:uri="http://schemas.microsoft.com/office/infopath/2007/PartnerControls"/>
    <ds:schemaRef ds:uri="4c318972-60f5-4afa-98f6-c19520574e57"/>
    <ds:schemaRef ds:uri="ac5dfaab-0878-459b-b0b1-00a629eabd85"/>
  </ds:schemaRefs>
</ds:datastoreItem>
</file>

<file path=customXml/itemProps3.xml><?xml version="1.0" encoding="utf-8"?>
<ds:datastoreItem xmlns:ds="http://schemas.openxmlformats.org/officeDocument/2006/customXml" ds:itemID="{99549F9B-1475-4ADC-97CC-10031B869B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5dfaab-0878-459b-b0b1-00a629eabd85"/>
    <ds:schemaRef ds:uri="4c318972-60f5-4afa-98f6-c19520574e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38002</TotalTime>
  <Words>28</Words>
  <Application>Microsoft Macintosh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With modern 1350 not resampled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Cui, Jiajun</dc:creator>
  <cp:lastModifiedBy>Cui, Jiajun</cp:lastModifiedBy>
  <cp:revision>93</cp:revision>
  <dcterms:created xsi:type="dcterms:W3CDTF">2025-05-07T01:06:08Z</dcterms:created>
  <dcterms:modified xsi:type="dcterms:W3CDTF">2025-10-28T18:33:50Z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0x0101009FE6439232332249822FBB3717BF308A</vt:lpwstr>
  </property>
</Properties>
</file>
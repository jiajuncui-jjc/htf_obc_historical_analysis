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4"/>
  </p:notesMasterIdLst>
  <p:sldIdLst>
    <p:sldId id="357" r:id="rId5"/>
    <p:sldId id="365" r:id="rId6"/>
    <p:sldId id="364" r:id="rId7"/>
    <p:sldId id="340" r:id="rId8"/>
    <p:sldId id="359" r:id="rId9"/>
    <p:sldId id="360" r:id="rId10"/>
    <p:sldId id="361" r:id="rId11"/>
    <p:sldId id="363" r:id="rId12"/>
    <p:sldId id="362" r:id="rId13"/>
  </p:sldIdLst>
  <p:sldSz cx="6480175" cy="37798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582D"/>
    <a:srgbClr val="A6631A"/>
    <a:srgbClr val="1A9E77"/>
    <a:srgbClr val="B21A2A"/>
    <a:srgbClr val="2165AC"/>
    <a:srgbClr val="969696"/>
    <a:srgbClr val="FAD42A"/>
    <a:srgbClr val="801033"/>
    <a:srgbClr val="638CCD"/>
    <a:srgbClr val="F7D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87"/>
    <p:restoredTop sz="97030"/>
  </p:normalViewPr>
  <p:slideViewPr>
    <p:cSldViewPr snapToGrid="0">
      <p:cViewPr varScale="1">
        <p:scale>
          <a:sx n="201" d="100"/>
          <a:sy n="201" d="100"/>
        </p:scale>
        <p:origin x="12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5EFEB-AEDE-FC4C-BD98-BCAAA9CB9605}" type="datetimeFigureOut">
              <a:rPr lang="en-US" smtClean="0"/>
              <a:t>11/2/25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84225" y="1143000"/>
            <a:ext cx="5289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D9B3D-DECE-ED40-8634-CBD0E42E6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07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92404" rtl="0" eaLnBrk="1" latinLnBrk="0" hangingPunct="1">
      <a:defRPr sz="646" kern="1200">
        <a:solidFill>
          <a:schemeClr val="tx1"/>
        </a:solidFill>
        <a:latin typeface="+mn-lt"/>
        <a:ea typeface="+mn-ea"/>
        <a:cs typeface="+mn-cs"/>
      </a:defRPr>
    </a:lvl1pPr>
    <a:lvl2pPr marL="246202" algn="l" defTabSz="492404" rtl="0" eaLnBrk="1" latinLnBrk="0" hangingPunct="1">
      <a:defRPr sz="646" kern="1200">
        <a:solidFill>
          <a:schemeClr val="tx1"/>
        </a:solidFill>
        <a:latin typeface="+mn-lt"/>
        <a:ea typeface="+mn-ea"/>
        <a:cs typeface="+mn-cs"/>
      </a:defRPr>
    </a:lvl2pPr>
    <a:lvl3pPr marL="492404" algn="l" defTabSz="492404" rtl="0" eaLnBrk="1" latinLnBrk="0" hangingPunct="1">
      <a:defRPr sz="646" kern="1200">
        <a:solidFill>
          <a:schemeClr val="tx1"/>
        </a:solidFill>
        <a:latin typeface="+mn-lt"/>
        <a:ea typeface="+mn-ea"/>
        <a:cs typeface="+mn-cs"/>
      </a:defRPr>
    </a:lvl3pPr>
    <a:lvl4pPr marL="738607" algn="l" defTabSz="492404" rtl="0" eaLnBrk="1" latinLnBrk="0" hangingPunct="1">
      <a:defRPr sz="646" kern="1200">
        <a:solidFill>
          <a:schemeClr val="tx1"/>
        </a:solidFill>
        <a:latin typeface="+mn-lt"/>
        <a:ea typeface="+mn-ea"/>
        <a:cs typeface="+mn-cs"/>
      </a:defRPr>
    </a:lvl4pPr>
    <a:lvl5pPr marL="984809" algn="l" defTabSz="492404" rtl="0" eaLnBrk="1" latinLnBrk="0" hangingPunct="1">
      <a:defRPr sz="646" kern="1200">
        <a:solidFill>
          <a:schemeClr val="tx1"/>
        </a:solidFill>
        <a:latin typeface="+mn-lt"/>
        <a:ea typeface="+mn-ea"/>
        <a:cs typeface="+mn-cs"/>
      </a:defRPr>
    </a:lvl5pPr>
    <a:lvl6pPr marL="1231011" algn="l" defTabSz="492404" rtl="0" eaLnBrk="1" latinLnBrk="0" hangingPunct="1">
      <a:defRPr sz="646" kern="1200">
        <a:solidFill>
          <a:schemeClr val="tx1"/>
        </a:solidFill>
        <a:latin typeface="+mn-lt"/>
        <a:ea typeface="+mn-ea"/>
        <a:cs typeface="+mn-cs"/>
      </a:defRPr>
    </a:lvl6pPr>
    <a:lvl7pPr marL="1477213" algn="l" defTabSz="492404" rtl="0" eaLnBrk="1" latinLnBrk="0" hangingPunct="1">
      <a:defRPr sz="646" kern="1200">
        <a:solidFill>
          <a:schemeClr val="tx1"/>
        </a:solidFill>
        <a:latin typeface="+mn-lt"/>
        <a:ea typeface="+mn-ea"/>
        <a:cs typeface="+mn-cs"/>
      </a:defRPr>
    </a:lvl7pPr>
    <a:lvl8pPr marL="1723415" algn="l" defTabSz="492404" rtl="0" eaLnBrk="1" latinLnBrk="0" hangingPunct="1">
      <a:defRPr sz="646" kern="1200">
        <a:solidFill>
          <a:schemeClr val="tx1"/>
        </a:solidFill>
        <a:latin typeface="+mn-lt"/>
        <a:ea typeface="+mn-ea"/>
        <a:cs typeface="+mn-cs"/>
      </a:defRPr>
    </a:lvl8pPr>
    <a:lvl9pPr marL="1969618" algn="l" defTabSz="492404" rtl="0" eaLnBrk="1" latinLnBrk="0" hangingPunct="1">
      <a:defRPr sz="64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22" y="618599"/>
            <a:ext cx="4860131" cy="1315944"/>
          </a:xfrm>
        </p:spPr>
        <p:txBody>
          <a:bodyPr anchor="b"/>
          <a:lstStyle>
            <a:lvl1pPr algn="ctr">
              <a:defRPr sz="318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22" y="1985290"/>
            <a:ext cx="4860131" cy="912586"/>
          </a:xfrm>
        </p:spPr>
        <p:txBody>
          <a:bodyPr/>
          <a:lstStyle>
            <a:lvl1pPr marL="0" indent="0" algn="ctr">
              <a:buNone/>
              <a:defRPr sz="1276"/>
            </a:lvl1pPr>
            <a:lvl2pPr marL="243002" indent="0" algn="ctr">
              <a:buNone/>
              <a:defRPr sz="1063"/>
            </a:lvl2pPr>
            <a:lvl3pPr marL="486004" indent="0" algn="ctr">
              <a:buNone/>
              <a:defRPr sz="957"/>
            </a:lvl3pPr>
            <a:lvl4pPr marL="729005" indent="0" algn="ctr">
              <a:buNone/>
              <a:defRPr sz="850"/>
            </a:lvl4pPr>
            <a:lvl5pPr marL="972007" indent="0" algn="ctr">
              <a:buNone/>
              <a:defRPr sz="850"/>
            </a:lvl5pPr>
            <a:lvl6pPr marL="1215009" indent="0" algn="ctr">
              <a:buNone/>
              <a:defRPr sz="850"/>
            </a:lvl6pPr>
            <a:lvl7pPr marL="1458011" indent="0" algn="ctr">
              <a:buNone/>
              <a:defRPr sz="850"/>
            </a:lvl7pPr>
            <a:lvl8pPr marL="1701013" indent="0" algn="ctr">
              <a:buNone/>
              <a:defRPr sz="850"/>
            </a:lvl8pPr>
            <a:lvl9pPr marL="1944014" indent="0" algn="ctr">
              <a:buNone/>
              <a:defRPr sz="85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212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44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2137" y="942335"/>
            <a:ext cx="5589151" cy="1572307"/>
          </a:xfrm>
        </p:spPr>
        <p:txBody>
          <a:bodyPr anchor="b"/>
          <a:lstStyle>
            <a:lvl1pPr>
              <a:defRPr sz="318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2137" y="2529517"/>
            <a:ext cx="5589151" cy="826839"/>
          </a:xfrm>
        </p:spPr>
        <p:txBody>
          <a:bodyPr/>
          <a:lstStyle>
            <a:lvl1pPr marL="0" indent="0">
              <a:buNone/>
              <a:defRPr sz="1276">
                <a:solidFill>
                  <a:schemeClr val="tx1">
                    <a:tint val="75000"/>
                  </a:schemeClr>
                </a:solidFill>
              </a:defRPr>
            </a:lvl1pPr>
            <a:lvl2pPr marL="243002" indent="0">
              <a:buNone/>
              <a:defRPr sz="1063">
                <a:solidFill>
                  <a:schemeClr val="tx1">
                    <a:tint val="75000"/>
                  </a:schemeClr>
                </a:solidFill>
              </a:defRPr>
            </a:lvl2pPr>
            <a:lvl3pPr marL="486004" indent="0">
              <a:buNone/>
              <a:defRPr sz="957">
                <a:solidFill>
                  <a:schemeClr val="tx1">
                    <a:tint val="75000"/>
                  </a:schemeClr>
                </a:solidFill>
              </a:defRPr>
            </a:lvl3pPr>
            <a:lvl4pPr marL="729005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4pPr>
            <a:lvl5pPr marL="972007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5pPr>
            <a:lvl6pPr marL="1215009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6pPr>
            <a:lvl7pPr marL="1458011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7pPr>
            <a:lvl8pPr marL="1701013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8pPr>
            <a:lvl9pPr marL="1944014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258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5512" y="1006207"/>
            <a:ext cx="2754074" cy="23982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80589" y="1006207"/>
            <a:ext cx="2754074" cy="23982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97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201242"/>
            <a:ext cx="5589151" cy="73059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6356" y="926586"/>
            <a:ext cx="2741418" cy="454105"/>
          </a:xfrm>
        </p:spPr>
        <p:txBody>
          <a:bodyPr anchor="b"/>
          <a:lstStyle>
            <a:lvl1pPr marL="0" indent="0">
              <a:buNone/>
              <a:defRPr sz="1276" b="1"/>
            </a:lvl1pPr>
            <a:lvl2pPr marL="243002" indent="0">
              <a:buNone/>
              <a:defRPr sz="1063" b="1"/>
            </a:lvl2pPr>
            <a:lvl3pPr marL="486004" indent="0">
              <a:buNone/>
              <a:defRPr sz="957" b="1"/>
            </a:lvl3pPr>
            <a:lvl4pPr marL="729005" indent="0">
              <a:buNone/>
              <a:defRPr sz="850" b="1"/>
            </a:lvl4pPr>
            <a:lvl5pPr marL="972007" indent="0">
              <a:buNone/>
              <a:defRPr sz="850" b="1"/>
            </a:lvl5pPr>
            <a:lvl6pPr marL="1215009" indent="0">
              <a:buNone/>
              <a:defRPr sz="850" b="1"/>
            </a:lvl6pPr>
            <a:lvl7pPr marL="1458011" indent="0">
              <a:buNone/>
              <a:defRPr sz="850" b="1"/>
            </a:lvl7pPr>
            <a:lvl8pPr marL="1701013" indent="0">
              <a:buNone/>
              <a:defRPr sz="850" b="1"/>
            </a:lvl8pPr>
            <a:lvl9pPr marL="1944014" indent="0">
              <a:buNone/>
              <a:defRPr sz="8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356" y="1380691"/>
            <a:ext cx="2741418" cy="20307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0589" y="926586"/>
            <a:ext cx="2754918" cy="454105"/>
          </a:xfrm>
        </p:spPr>
        <p:txBody>
          <a:bodyPr anchor="b"/>
          <a:lstStyle>
            <a:lvl1pPr marL="0" indent="0">
              <a:buNone/>
              <a:defRPr sz="1276" b="1"/>
            </a:lvl1pPr>
            <a:lvl2pPr marL="243002" indent="0">
              <a:buNone/>
              <a:defRPr sz="1063" b="1"/>
            </a:lvl2pPr>
            <a:lvl3pPr marL="486004" indent="0">
              <a:buNone/>
              <a:defRPr sz="957" b="1"/>
            </a:lvl3pPr>
            <a:lvl4pPr marL="729005" indent="0">
              <a:buNone/>
              <a:defRPr sz="850" b="1"/>
            </a:lvl4pPr>
            <a:lvl5pPr marL="972007" indent="0">
              <a:buNone/>
              <a:defRPr sz="850" b="1"/>
            </a:lvl5pPr>
            <a:lvl6pPr marL="1215009" indent="0">
              <a:buNone/>
              <a:defRPr sz="850" b="1"/>
            </a:lvl6pPr>
            <a:lvl7pPr marL="1458011" indent="0">
              <a:buNone/>
              <a:defRPr sz="850" b="1"/>
            </a:lvl7pPr>
            <a:lvl8pPr marL="1701013" indent="0">
              <a:buNone/>
              <a:defRPr sz="850" b="1"/>
            </a:lvl8pPr>
            <a:lvl9pPr marL="1944014" indent="0">
              <a:buNone/>
              <a:defRPr sz="8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80589" y="1380691"/>
            <a:ext cx="2754918" cy="20307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851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889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676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251989"/>
            <a:ext cx="2090025" cy="881962"/>
          </a:xfrm>
        </p:spPr>
        <p:txBody>
          <a:bodyPr anchor="b"/>
          <a:lstStyle>
            <a:lvl1pPr>
              <a:defRPr sz="170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54918" y="544227"/>
            <a:ext cx="3280589" cy="2686135"/>
          </a:xfrm>
        </p:spPr>
        <p:txBody>
          <a:bodyPr/>
          <a:lstStyle>
            <a:lvl1pPr>
              <a:defRPr sz="1701"/>
            </a:lvl1pPr>
            <a:lvl2pPr>
              <a:defRPr sz="1488"/>
            </a:lvl2pPr>
            <a:lvl3pPr>
              <a:defRPr sz="1276"/>
            </a:lvl3pPr>
            <a:lvl4pPr>
              <a:defRPr sz="1063"/>
            </a:lvl4pPr>
            <a:lvl5pPr>
              <a:defRPr sz="1063"/>
            </a:lvl5pPr>
            <a:lvl6pPr>
              <a:defRPr sz="1063"/>
            </a:lvl6pPr>
            <a:lvl7pPr>
              <a:defRPr sz="1063"/>
            </a:lvl7pPr>
            <a:lvl8pPr>
              <a:defRPr sz="1063"/>
            </a:lvl8pPr>
            <a:lvl9pPr>
              <a:defRPr sz="106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356" y="1133952"/>
            <a:ext cx="2090025" cy="2100785"/>
          </a:xfrm>
        </p:spPr>
        <p:txBody>
          <a:bodyPr/>
          <a:lstStyle>
            <a:lvl1pPr marL="0" indent="0">
              <a:buNone/>
              <a:defRPr sz="850"/>
            </a:lvl1pPr>
            <a:lvl2pPr marL="243002" indent="0">
              <a:buNone/>
              <a:defRPr sz="744"/>
            </a:lvl2pPr>
            <a:lvl3pPr marL="486004" indent="0">
              <a:buNone/>
              <a:defRPr sz="638"/>
            </a:lvl3pPr>
            <a:lvl4pPr marL="729005" indent="0">
              <a:buNone/>
              <a:defRPr sz="532"/>
            </a:lvl4pPr>
            <a:lvl5pPr marL="972007" indent="0">
              <a:buNone/>
              <a:defRPr sz="532"/>
            </a:lvl5pPr>
            <a:lvl6pPr marL="1215009" indent="0">
              <a:buNone/>
              <a:defRPr sz="532"/>
            </a:lvl6pPr>
            <a:lvl7pPr marL="1458011" indent="0">
              <a:buNone/>
              <a:defRPr sz="532"/>
            </a:lvl7pPr>
            <a:lvl8pPr marL="1701013" indent="0">
              <a:buNone/>
              <a:defRPr sz="532"/>
            </a:lvl8pPr>
            <a:lvl9pPr marL="1944014" indent="0">
              <a:buNone/>
              <a:defRPr sz="53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618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251989"/>
            <a:ext cx="2090025" cy="881962"/>
          </a:xfrm>
        </p:spPr>
        <p:txBody>
          <a:bodyPr anchor="b"/>
          <a:lstStyle>
            <a:lvl1pPr>
              <a:defRPr sz="170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54918" y="544227"/>
            <a:ext cx="3280589" cy="2686135"/>
          </a:xfrm>
        </p:spPr>
        <p:txBody>
          <a:bodyPr anchor="t"/>
          <a:lstStyle>
            <a:lvl1pPr marL="0" indent="0">
              <a:buNone/>
              <a:defRPr sz="1701"/>
            </a:lvl1pPr>
            <a:lvl2pPr marL="243002" indent="0">
              <a:buNone/>
              <a:defRPr sz="1488"/>
            </a:lvl2pPr>
            <a:lvl3pPr marL="486004" indent="0">
              <a:buNone/>
              <a:defRPr sz="1276"/>
            </a:lvl3pPr>
            <a:lvl4pPr marL="729005" indent="0">
              <a:buNone/>
              <a:defRPr sz="1063"/>
            </a:lvl4pPr>
            <a:lvl5pPr marL="972007" indent="0">
              <a:buNone/>
              <a:defRPr sz="1063"/>
            </a:lvl5pPr>
            <a:lvl6pPr marL="1215009" indent="0">
              <a:buNone/>
              <a:defRPr sz="1063"/>
            </a:lvl6pPr>
            <a:lvl7pPr marL="1458011" indent="0">
              <a:buNone/>
              <a:defRPr sz="1063"/>
            </a:lvl7pPr>
            <a:lvl8pPr marL="1701013" indent="0">
              <a:buNone/>
              <a:defRPr sz="1063"/>
            </a:lvl8pPr>
            <a:lvl9pPr marL="1944014" indent="0">
              <a:buNone/>
              <a:defRPr sz="106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356" y="1133952"/>
            <a:ext cx="2090025" cy="2100785"/>
          </a:xfrm>
        </p:spPr>
        <p:txBody>
          <a:bodyPr/>
          <a:lstStyle>
            <a:lvl1pPr marL="0" indent="0">
              <a:buNone/>
              <a:defRPr sz="850"/>
            </a:lvl1pPr>
            <a:lvl2pPr marL="243002" indent="0">
              <a:buNone/>
              <a:defRPr sz="744"/>
            </a:lvl2pPr>
            <a:lvl3pPr marL="486004" indent="0">
              <a:buNone/>
              <a:defRPr sz="638"/>
            </a:lvl3pPr>
            <a:lvl4pPr marL="729005" indent="0">
              <a:buNone/>
              <a:defRPr sz="532"/>
            </a:lvl4pPr>
            <a:lvl5pPr marL="972007" indent="0">
              <a:buNone/>
              <a:defRPr sz="532"/>
            </a:lvl5pPr>
            <a:lvl6pPr marL="1215009" indent="0">
              <a:buNone/>
              <a:defRPr sz="532"/>
            </a:lvl6pPr>
            <a:lvl7pPr marL="1458011" indent="0">
              <a:buNone/>
              <a:defRPr sz="532"/>
            </a:lvl7pPr>
            <a:lvl8pPr marL="1701013" indent="0">
              <a:buNone/>
              <a:defRPr sz="532"/>
            </a:lvl8pPr>
            <a:lvl9pPr marL="1944014" indent="0">
              <a:buNone/>
              <a:defRPr sz="53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056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829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637375" y="201241"/>
            <a:ext cx="1397288" cy="32032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5512" y="201241"/>
            <a:ext cx="4110861" cy="32032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8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5512" y="201242"/>
            <a:ext cx="5589151" cy="7305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5512" y="1006207"/>
            <a:ext cx="5589151" cy="23982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5512" y="3503350"/>
            <a:ext cx="1458039" cy="2012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ABC11-4237-A549-BB53-4707F8654146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46558" y="3503350"/>
            <a:ext cx="2187059" cy="2012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76624" y="3503350"/>
            <a:ext cx="1458039" cy="2012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544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86004" rtl="0" eaLnBrk="1" latinLnBrk="0" hangingPunct="1">
        <a:lnSpc>
          <a:spcPct val="90000"/>
        </a:lnSpc>
        <a:spcBef>
          <a:spcPct val="0"/>
        </a:spcBef>
        <a:buNone/>
        <a:defRPr sz="23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501" indent="-121501" algn="l" defTabSz="486004" rtl="0" eaLnBrk="1" latinLnBrk="0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64503" indent="-121501" algn="l" defTabSz="486004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2pPr>
      <a:lvl3pPr marL="607505" indent="-121501" algn="l" defTabSz="486004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3pPr>
      <a:lvl4pPr marL="850506" indent="-121501" algn="l" defTabSz="486004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7" kern="1200">
          <a:solidFill>
            <a:schemeClr val="tx1"/>
          </a:solidFill>
          <a:latin typeface="+mn-lt"/>
          <a:ea typeface="+mn-ea"/>
          <a:cs typeface="+mn-cs"/>
        </a:defRPr>
      </a:lvl4pPr>
      <a:lvl5pPr marL="1093508" indent="-121501" algn="l" defTabSz="486004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7" kern="1200">
          <a:solidFill>
            <a:schemeClr val="tx1"/>
          </a:solidFill>
          <a:latin typeface="+mn-lt"/>
          <a:ea typeface="+mn-ea"/>
          <a:cs typeface="+mn-cs"/>
        </a:defRPr>
      </a:lvl5pPr>
      <a:lvl6pPr marL="1336510" indent="-121501" algn="l" defTabSz="486004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7" kern="1200">
          <a:solidFill>
            <a:schemeClr val="tx1"/>
          </a:solidFill>
          <a:latin typeface="+mn-lt"/>
          <a:ea typeface="+mn-ea"/>
          <a:cs typeface="+mn-cs"/>
        </a:defRPr>
      </a:lvl6pPr>
      <a:lvl7pPr marL="1579512" indent="-121501" algn="l" defTabSz="486004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7" kern="1200">
          <a:solidFill>
            <a:schemeClr val="tx1"/>
          </a:solidFill>
          <a:latin typeface="+mn-lt"/>
          <a:ea typeface="+mn-ea"/>
          <a:cs typeface="+mn-cs"/>
        </a:defRPr>
      </a:lvl7pPr>
      <a:lvl8pPr marL="1822514" indent="-121501" algn="l" defTabSz="486004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7" kern="1200">
          <a:solidFill>
            <a:schemeClr val="tx1"/>
          </a:solidFill>
          <a:latin typeface="+mn-lt"/>
          <a:ea typeface="+mn-ea"/>
          <a:cs typeface="+mn-cs"/>
        </a:defRPr>
      </a:lvl8pPr>
      <a:lvl9pPr marL="2065515" indent="-121501" algn="l" defTabSz="486004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6004" rtl="0" eaLnBrk="1" latinLnBrk="0" hangingPunct="1">
        <a:defRPr sz="957" kern="1200">
          <a:solidFill>
            <a:schemeClr val="tx1"/>
          </a:solidFill>
          <a:latin typeface="+mn-lt"/>
          <a:ea typeface="+mn-ea"/>
          <a:cs typeface="+mn-cs"/>
        </a:defRPr>
      </a:lvl1pPr>
      <a:lvl2pPr marL="243002" algn="l" defTabSz="486004" rtl="0" eaLnBrk="1" latinLnBrk="0" hangingPunct="1">
        <a:defRPr sz="957" kern="1200">
          <a:solidFill>
            <a:schemeClr val="tx1"/>
          </a:solidFill>
          <a:latin typeface="+mn-lt"/>
          <a:ea typeface="+mn-ea"/>
          <a:cs typeface="+mn-cs"/>
        </a:defRPr>
      </a:lvl2pPr>
      <a:lvl3pPr marL="486004" algn="l" defTabSz="486004" rtl="0" eaLnBrk="1" latinLnBrk="0" hangingPunct="1">
        <a:defRPr sz="957" kern="1200">
          <a:solidFill>
            <a:schemeClr val="tx1"/>
          </a:solidFill>
          <a:latin typeface="+mn-lt"/>
          <a:ea typeface="+mn-ea"/>
          <a:cs typeface="+mn-cs"/>
        </a:defRPr>
      </a:lvl3pPr>
      <a:lvl4pPr marL="729005" algn="l" defTabSz="486004" rtl="0" eaLnBrk="1" latinLnBrk="0" hangingPunct="1">
        <a:defRPr sz="957" kern="1200">
          <a:solidFill>
            <a:schemeClr val="tx1"/>
          </a:solidFill>
          <a:latin typeface="+mn-lt"/>
          <a:ea typeface="+mn-ea"/>
          <a:cs typeface="+mn-cs"/>
        </a:defRPr>
      </a:lvl4pPr>
      <a:lvl5pPr marL="972007" algn="l" defTabSz="486004" rtl="0" eaLnBrk="1" latinLnBrk="0" hangingPunct="1">
        <a:defRPr sz="957" kern="1200">
          <a:solidFill>
            <a:schemeClr val="tx1"/>
          </a:solidFill>
          <a:latin typeface="+mn-lt"/>
          <a:ea typeface="+mn-ea"/>
          <a:cs typeface="+mn-cs"/>
        </a:defRPr>
      </a:lvl5pPr>
      <a:lvl6pPr marL="1215009" algn="l" defTabSz="486004" rtl="0" eaLnBrk="1" latinLnBrk="0" hangingPunct="1">
        <a:defRPr sz="957" kern="1200">
          <a:solidFill>
            <a:schemeClr val="tx1"/>
          </a:solidFill>
          <a:latin typeface="+mn-lt"/>
          <a:ea typeface="+mn-ea"/>
          <a:cs typeface="+mn-cs"/>
        </a:defRPr>
      </a:lvl6pPr>
      <a:lvl7pPr marL="1458011" algn="l" defTabSz="486004" rtl="0" eaLnBrk="1" latinLnBrk="0" hangingPunct="1">
        <a:defRPr sz="957" kern="1200">
          <a:solidFill>
            <a:schemeClr val="tx1"/>
          </a:solidFill>
          <a:latin typeface="+mn-lt"/>
          <a:ea typeface="+mn-ea"/>
          <a:cs typeface="+mn-cs"/>
        </a:defRPr>
      </a:lvl7pPr>
      <a:lvl8pPr marL="1701013" algn="l" defTabSz="486004" rtl="0" eaLnBrk="1" latinLnBrk="0" hangingPunct="1">
        <a:defRPr sz="957" kern="1200">
          <a:solidFill>
            <a:schemeClr val="tx1"/>
          </a:solidFill>
          <a:latin typeface="+mn-lt"/>
          <a:ea typeface="+mn-ea"/>
          <a:cs typeface="+mn-cs"/>
        </a:defRPr>
      </a:lvl8pPr>
      <a:lvl9pPr marL="1944014" algn="l" defTabSz="486004" rtl="0" eaLnBrk="1" latinLnBrk="0" hangingPunct="1">
        <a:defRPr sz="95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emf"/><Relationship Id="rId11" Type="http://schemas.openxmlformats.org/officeDocument/2006/relationships/image" Target="../media/image10.png"/><Relationship Id="rId5" Type="http://schemas.openxmlformats.org/officeDocument/2006/relationships/image" Target="../media/image4.emf"/><Relationship Id="rId10" Type="http://schemas.openxmlformats.org/officeDocument/2006/relationships/image" Target="../media/image9.emf"/><Relationship Id="rId4" Type="http://schemas.openxmlformats.org/officeDocument/2006/relationships/image" Target="../media/image3.emf"/><Relationship Id="rId9" Type="http://schemas.openxmlformats.org/officeDocument/2006/relationships/image" Target="../media/image8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emf"/><Relationship Id="rId7" Type="http://schemas.openxmlformats.org/officeDocument/2006/relationships/image" Target="../media/image9.emf"/><Relationship Id="rId12" Type="http://schemas.openxmlformats.org/officeDocument/2006/relationships/image" Target="../media/image8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emf"/><Relationship Id="rId11" Type="http://schemas.openxmlformats.org/officeDocument/2006/relationships/image" Target="../media/image3.emf"/><Relationship Id="rId5" Type="http://schemas.openxmlformats.org/officeDocument/2006/relationships/image" Target="../media/image6.emf"/><Relationship Id="rId10" Type="http://schemas.openxmlformats.org/officeDocument/2006/relationships/image" Target="../media/image13.emf"/><Relationship Id="rId4" Type="http://schemas.openxmlformats.org/officeDocument/2006/relationships/image" Target="../media/image5.emf"/><Relationship Id="rId9" Type="http://schemas.openxmlformats.org/officeDocument/2006/relationships/image" Target="../media/image1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emf"/><Relationship Id="rId5" Type="http://schemas.openxmlformats.org/officeDocument/2006/relationships/image" Target="../media/image27.emf"/><Relationship Id="rId4" Type="http://schemas.openxmlformats.org/officeDocument/2006/relationships/image" Target="../media/image26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32.emf"/><Relationship Id="rId3" Type="http://schemas.openxmlformats.org/officeDocument/2006/relationships/image" Target="../media/image3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emf"/><Relationship Id="rId11" Type="http://schemas.openxmlformats.org/officeDocument/2006/relationships/image" Target="../media/image10.png"/><Relationship Id="rId5" Type="http://schemas.openxmlformats.org/officeDocument/2006/relationships/image" Target="../media/image4.emf"/><Relationship Id="rId10" Type="http://schemas.openxmlformats.org/officeDocument/2006/relationships/image" Target="../media/image9.emf"/><Relationship Id="rId4" Type="http://schemas.openxmlformats.org/officeDocument/2006/relationships/image" Target="../media/image31.emf"/><Relationship Id="rId9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C6B212C-720A-E545-2E4E-9DBBDCEDAE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324" b="6930"/>
          <a:stretch/>
        </p:blipFill>
        <p:spPr>
          <a:xfrm>
            <a:off x="3516432" y="1099963"/>
            <a:ext cx="2051731" cy="5166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4185A52-6B96-D33A-F8DD-F478A1031D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691" r="24245" b="7815"/>
          <a:stretch/>
        </p:blipFill>
        <p:spPr>
          <a:xfrm>
            <a:off x="3542632" y="367553"/>
            <a:ext cx="1999331" cy="66729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7219852-987F-D149-9744-0AC68453519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0561" t="4681" r="46634" b="88181"/>
          <a:stretch/>
        </p:blipFill>
        <p:spPr>
          <a:xfrm>
            <a:off x="5346926" y="1101461"/>
            <a:ext cx="221140" cy="4794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292804C-BD72-DA4B-8BDE-FB3E9C7652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4355" t="5126" r="32311" b="88561"/>
          <a:stretch/>
        </p:blipFill>
        <p:spPr>
          <a:xfrm>
            <a:off x="5346926" y="1149404"/>
            <a:ext cx="230284" cy="4239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6801A-98AB-EB42-89DA-B975313D9A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5"/>
          <a:stretch/>
        </p:blipFill>
        <p:spPr>
          <a:xfrm>
            <a:off x="1171211" y="2006098"/>
            <a:ext cx="4411665" cy="2481562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4CE5CB-FD35-584E-9596-AEE4088AF9D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277" t="17995" r="29831" b="19438"/>
          <a:stretch/>
        </p:blipFill>
        <p:spPr>
          <a:xfrm>
            <a:off x="688312" y="268866"/>
            <a:ext cx="1222659" cy="1216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2D15FA4-28CE-8442-8924-B0CB42D3A47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6516" t="23216" r="36775" b="18451"/>
          <a:stretch/>
        </p:blipFill>
        <p:spPr>
          <a:xfrm>
            <a:off x="2121575" y="347206"/>
            <a:ext cx="1189429" cy="11340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CFE67B0-465E-C341-BCB8-E8395250B841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77718" t="43404" b="43413"/>
          <a:stretch/>
        </p:blipFill>
        <p:spPr>
          <a:xfrm>
            <a:off x="724368" y="1328521"/>
            <a:ext cx="529654" cy="31339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BDE56CC-456E-1140-B92A-2E0741E0339C}"/>
              </a:ext>
            </a:extLst>
          </p:cNvPr>
          <p:cNvSpPr txBox="1"/>
          <p:nvPr/>
        </p:nvSpPr>
        <p:spPr>
          <a:xfrm>
            <a:off x="515851" y="129417"/>
            <a:ext cx="223138" cy="1715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5" dirty="0"/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AC030A-1A3D-9846-8347-B7D04466F149}"/>
              </a:ext>
            </a:extLst>
          </p:cNvPr>
          <p:cNvSpPr txBox="1"/>
          <p:nvPr/>
        </p:nvSpPr>
        <p:spPr>
          <a:xfrm>
            <a:off x="3487716" y="126659"/>
            <a:ext cx="219932" cy="1715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5" dirty="0"/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EF66C3-4FB4-2948-B3C8-A6A091E8E402}"/>
              </a:ext>
            </a:extLst>
          </p:cNvPr>
          <p:cNvSpPr txBox="1"/>
          <p:nvPr/>
        </p:nvSpPr>
        <p:spPr>
          <a:xfrm>
            <a:off x="515851" y="2202038"/>
            <a:ext cx="219932" cy="1715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5" dirty="0"/>
              <a:t>C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B95CB59-C77E-8549-BE3F-B53BF3FAEE5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8618" t="29698" r="51308" b="27623"/>
          <a:stretch/>
        </p:blipFill>
        <p:spPr>
          <a:xfrm>
            <a:off x="5460529" y="434170"/>
            <a:ext cx="46184" cy="12228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28C15F-4813-F34F-9FE3-E2A069383C9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9986" t="29698" r="64637" b="27623"/>
          <a:stretch/>
        </p:blipFill>
        <p:spPr>
          <a:xfrm>
            <a:off x="5506713" y="434170"/>
            <a:ext cx="70496" cy="12228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B5DCC0E0-0CD1-9B43-BF5F-D0DADAC057AC}"/>
              </a:ext>
            </a:extLst>
          </p:cNvPr>
          <p:cNvGrpSpPr/>
          <p:nvPr/>
        </p:nvGrpSpPr>
        <p:grpSpPr>
          <a:xfrm>
            <a:off x="643959" y="1663483"/>
            <a:ext cx="2667045" cy="617242"/>
            <a:chOff x="1278637" y="3002973"/>
            <a:chExt cx="5017861" cy="1161299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00FC4C95-83BD-B346-B163-D2F518D1BA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719" t="7265" r="15798"/>
            <a:stretch/>
          </p:blipFill>
          <p:spPr>
            <a:xfrm>
              <a:off x="1278637" y="3002973"/>
              <a:ext cx="5017861" cy="1114799"/>
            </a:xfrm>
            <a:prstGeom prst="rect">
              <a:avLst/>
            </a:prstGeom>
          </p:spPr>
        </p:pic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4BF7DEC-CBF1-484C-907B-ABFFA4B8EA93}"/>
                </a:ext>
              </a:extLst>
            </p:cNvPr>
            <p:cNvGrpSpPr/>
            <p:nvPr/>
          </p:nvGrpSpPr>
          <p:grpSpPr>
            <a:xfrm>
              <a:off x="3670165" y="3682443"/>
              <a:ext cx="262264" cy="481829"/>
              <a:chOff x="3763377" y="3640680"/>
              <a:chExt cx="255431" cy="443554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B3394CC7-869B-1245-8DCE-4A8F899B66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764377" y="3794124"/>
                <a:ext cx="254431" cy="92075"/>
              </a:xfrm>
              <a:prstGeom prst="rect">
                <a:avLst/>
              </a:prstGeom>
            </p:spPr>
          </p:pic>
          <p:sp>
            <p:nvSpPr>
              <p:cNvPr id="26" name="TextBox 17">
                <a:extLst>
                  <a:ext uri="{FF2B5EF4-FFF2-40B4-BE49-F238E27FC236}">
                    <a16:creationId xmlns:a16="http://schemas.microsoft.com/office/drawing/2014/main" id="{1F3C37F1-3601-6549-B34D-9A2A83715FB6}"/>
                  </a:ext>
                </a:extLst>
              </p:cNvPr>
              <p:cNvSpPr txBox="1"/>
              <p:nvPr/>
            </p:nvSpPr>
            <p:spPr>
              <a:xfrm>
                <a:off x="3763377" y="3640680"/>
                <a:ext cx="254431" cy="443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532" dirty="0">
                    <a:latin typeface="Arial" panose="020B0604020202020204" pitchFamily="34" charset="0"/>
                    <a:cs typeface="Arial" panose="020B0604020202020204" pitchFamily="34" charset="0"/>
                  </a:rPr>
                  <a:t>//</a:t>
                </a:r>
              </a:p>
            </p:txBody>
          </p:sp>
        </p:grp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C0A6EFBE-935E-2143-803E-D0E18290A2D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65397" y="1281969"/>
            <a:ext cx="615434" cy="3846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691AF2-2155-D94F-B2A1-293109A000DB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t="27710" b="8613"/>
          <a:stretch/>
        </p:blipFill>
        <p:spPr>
          <a:xfrm>
            <a:off x="3517565" y="1641911"/>
            <a:ext cx="2086200" cy="5166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2904CCF-6A79-6243-A9FD-353798220D1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0561" t="4681" r="46634" b="88181"/>
          <a:stretch/>
        </p:blipFill>
        <p:spPr>
          <a:xfrm>
            <a:off x="5337877" y="1659469"/>
            <a:ext cx="221140" cy="4794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8789472-4880-B448-A485-F9F105400D0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4355" t="5126" r="32311" b="88561"/>
          <a:stretch/>
        </p:blipFill>
        <p:spPr>
          <a:xfrm>
            <a:off x="5337877" y="1707412"/>
            <a:ext cx="230284" cy="42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685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185A52-6B96-D33A-F8DD-F478A1031D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91" r="24245" b="7815"/>
          <a:stretch/>
        </p:blipFill>
        <p:spPr>
          <a:xfrm>
            <a:off x="3439112" y="541130"/>
            <a:ext cx="2235786" cy="746210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6801A-98AB-EB42-89DA-B975313D9A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tretch/>
        </p:blipFill>
        <p:spPr>
          <a:xfrm>
            <a:off x="1107899" y="1006475"/>
            <a:ext cx="4264378" cy="2398713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4CE5CB-FD35-584E-9596-AEE4088AF9D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277" t="17995" r="29831" b="19438"/>
          <a:stretch/>
        </p:blipFill>
        <p:spPr>
          <a:xfrm>
            <a:off x="688312" y="268866"/>
            <a:ext cx="1222659" cy="1216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2D15FA4-28CE-8442-8924-B0CB42D3A47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6516" t="23216" r="36775" b="18451"/>
          <a:stretch/>
        </p:blipFill>
        <p:spPr>
          <a:xfrm>
            <a:off x="2121575" y="347206"/>
            <a:ext cx="1189429" cy="11340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CFE67B0-465E-C341-BCB8-E8395250B84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7718" t="43404" b="43413"/>
          <a:stretch/>
        </p:blipFill>
        <p:spPr>
          <a:xfrm>
            <a:off x="724368" y="1328521"/>
            <a:ext cx="529654" cy="31339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BDE56CC-456E-1140-B92A-2E0741E0339C}"/>
              </a:ext>
            </a:extLst>
          </p:cNvPr>
          <p:cNvSpPr txBox="1"/>
          <p:nvPr/>
        </p:nvSpPr>
        <p:spPr>
          <a:xfrm>
            <a:off x="515851" y="129417"/>
            <a:ext cx="223138" cy="1715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5" dirty="0"/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AC030A-1A3D-9846-8347-B7D04466F149}"/>
              </a:ext>
            </a:extLst>
          </p:cNvPr>
          <p:cNvSpPr txBox="1"/>
          <p:nvPr/>
        </p:nvSpPr>
        <p:spPr>
          <a:xfrm>
            <a:off x="3487716" y="126659"/>
            <a:ext cx="219932" cy="1715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5" dirty="0"/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EF66C3-4FB4-2948-B3C8-A6A091E8E402}"/>
              </a:ext>
            </a:extLst>
          </p:cNvPr>
          <p:cNvSpPr txBox="1"/>
          <p:nvPr/>
        </p:nvSpPr>
        <p:spPr>
          <a:xfrm>
            <a:off x="515851" y="2202038"/>
            <a:ext cx="219932" cy="1715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5" dirty="0"/>
              <a:t>C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DCC0E0-0CD1-9B43-BF5F-D0DADAC057AC}"/>
              </a:ext>
            </a:extLst>
          </p:cNvPr>
          <p:cNvGrpSpPr/>
          <p:nvPr/>
        </p:nvGrpSpPr>
        <p:grpSpPr>
          <a:xfrm>
            <a:off x="643959" y="1663483"/>
            <a:ext cx="2667045" cy="617242"/>
            <a:chOff x="1278637" y="3002973"/>
            <a:chExt cx="5017861" cy="1161299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00FC4C95-83BD-B346-B163-D2F518D1BA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719" t="7265" r="15798"/>
            <a:stretch/>
          </p:blipFill>
          <p:spPr>
            <a:xfrm>
              <a:off x="1278637" y="3002973"/>
              <a:ext cx="5017861" cy="1114799"/>
            </a:xfrm>
            <a:prstGeom prst="rect">
              <a:avLst/>
            </a:prstGeom>
          </p:spPr>
        </p:pic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4BF7DEC-CBF1-484C-907B-ABFFA4B8EA93}"/>
                </a:ext>
              </a:extLst>
            </p:cNvPr>
            <p:cNvGrpSpPr/>
            <p:nvPr/>
          </p:nvGrpSpPr>
          <p:grpSpPr>
            <a:xfrm>
              <a:off x="3670165" y="3682443"/>
              <a:ext cx="262264" cy="481829"/>
              <a:chOff x="3763377" y="3640680"/>
              <a:chExt cx="255431" cy="443554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B3394CC7-869B-1245-8DCE-4A8F899B66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764377" y="3794124"/>
                <a:ext cx="254431" cy="92075"/>
              </a:xfrm>
              <a:prstGeom prst="rect">
                <a:avLst/>
              </a:prstGeom>
            </p:spPr>
          </p:pic>
          <p:sp>
            <p:nvSpPr>
              <p:cNvPr id="26" name="TextBox 17">
                <a:extLst>
                  <a:ext uri="{FF2B5EF4-FFF2-40B4-BE49-F238E27FC236}">
                    <a16:creationId xmlns:a16="http://schemas.microsoft.com/office/drawing/2014/main" id="{1F3C37F1-3601-6549-B34D-9A2A83715FB6}"/>
                  </a:ext>
                </a:extLst>
              </p:cNvPr>
              <p:cNvSpPr txBox="1"/>
              <p:nvPr/>
            </p:nvSpPr>
            <p:spPr>
              <a:xfrm>
                <a:off x="3763377" y="3640680"/>
                <a:ext cx="254431" cy="443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532" dirty="0">
                    <a:latin typeface="Arial" panose="020B0604020202020204" pitchFamily="34" charset="0"/>
                    <a:cs typeface="Arial" panose="020B0604020202020204" pitchFamily="34" charset="0"/>
                  </a:rPr>
                  <a:t>//</a:t>
                </a:r>
              </a:p>
            </p:txBody>
          </p:sp>
        </p:grp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C0A6EFBE-935E-2143-803E-D0E18290A2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5397" y="1281969"/>
            <a:ext cx="615434" cy="38464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623397D-598C-934B-869C-85B0A013964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5468" r="241" b="6876"/>
          <a:stretch/>
        </p:blipFill>
        <p:spPr>
          <a:xfrm>
            <a:off x="3439111" y="1478693"/>
            <a:ext cx="2251062" cy="6814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7219852-987F-D149-9744-0AC68453519B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40561" t="4681" r="46634" b="88181"/>
          <a:stretch/>
        </p:blipFill>
        <p:spPr>
          <a:xfrm>
            <a:off x="5300351" y="1953696"/>
            <a:ext cx="341742" cy="7408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292804C-BD72-DA4B-8BDE-FB3E9C76520D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54355" t="5126" r="32311" b="88561"/>
          <a:stretch/>
        </p:blipFill>
        <p:spPr>
          <a:xfrm>
            <a:off x="5300350" y="2022395"/>
            <a:ext cx="355872" cy="655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B95CB59-C77E-8549-BE3F-B53BF3FAEE5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8618" t="29698" r="51308" b="27623"/>
          <a:stretch/>
        </p:blipFill>
        <p:spPr>
          <a:xfrm>
            <a:off x="5489371" y="1050421"/>
            <a:ext cx="58846" cy="15581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28C15F-4813-F34F-9FE3-E2A069383C9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9986" t="29698" r="64637" b="27623"/>
          <a:stretch/>
        </p:blipFill>
        <p:spPr>
          <a:xfrm>
            <a:off x="5552970" y="1051637"/>
            <a:ext cx="89122" cy="154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202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F6AF5D-A2D7-B34E-6A1D-102693C672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257" y="103057"/>
            <a:ext cx="2528022" cy="9831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2FD4193-CBEE-EC3A-EAC9-D4C70731C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257" y="2069295"/>
            <a:ext cx="2528022" cy="9831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04D70E-A01E-9C3C-AD44-A21C897462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257" y="1086176"/>
            <a:ext cx="2528022" cy="983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487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5E791DA-B614-57F2-4D31-272F2CC4AE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2867" t="16448" b="48246"/>
          <a:stretch/>
        </p:blipFill>
        <p:spPr>
          <a:xfrm>
            <a:off x="5542531" y="1888922"/>
            <a:ext cx="655070" cy="1080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E34221-409E-C640-93B7-F0FBD737C9A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446"/>
          <a:stretch/>
        </p:blipFill>
        <p:spPr>
          <a:xfrm>
            <a:off x="218234" y="2012254"/>
            <a:ext cx="5069121" cy="17039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E1BA2E6-AC8D-0D4A-908C-E68F9743C6E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5443"/>
          <a:stretch/>
        </p:blipFill>
        <p:spPr>
          <a:xfrm>
            <a:off x="275384" y="252473"/>
            <a:ext cx="5744416" cy="1593453"/>
          </a:xfrm>
          <a:prstGeom prst="rect">
            <a:avLst/>
          </a:prstGeom>
        </p:spPr>
      </p:pic>
      <p:sp>
        <p:nvSpPr>
          <p:cNvPr id="12" name="TextBox 17">
            <a:extLst>
              <a:ext uri="{FF2B5EF4-FFF2-40B4-BE49-F238E27FC236}">
                <a16:creationId xmlns:a16="http://schemas.microsoft.com/office/drawing/2014/main" id="{F14B196E-5051-C42C-3118-1F93F6A698A1}"/>
              </a:ext>
            </a:extLst>
          </p:cNvPr>
          <p:cNvSpPr txBox="1"/>
          <p:nvPr/>
        </p:nvSpPr>
        <p:spPr>
          <a:xfrm>
            <a:off x="81818" y="63656"/>
            <a:ext cx="272832" cy="2396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57" b="1" dirty="0">
                <a:latin typeface="Helvetica" pitchFamily="2" charset="0"/>
              </a:rPr>
              <a:t>A</a:t>
            </a:r>
          </a:p>
        </p:txBody>
      </p:sp>
      <p:sp>
        <p:nvSpPr>
          <p:cNvPr id="13" name="TextBox 18">
            <a:extLst>
              <a:ext uri="{FF2B5EF4-FFF2-40B4-BE49-F238E27FC236}">
                <a16:creationId xmlns:a16="http://schemas.microsoft.com/office/drawing/2014/main" id="{6AD587C3-E0E3-2204-1D33-8DB256A8CC75}"/>
              </a:ext>
            </a:extLst>
          </p:cNvPr>
          <p:cNvSpPr txBox="1"/>
          <p:nvPr/>
        </p:nvSpPr>
        <p:spPr>
          <a:xfrm>
            <a:off x="81818" y="1939722"/>
            <a:ext cx="272832" cy="2396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dirty="0">
                <a:latin typeface="Helvetica" pitchFamily="2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448913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DE824E-734C-0849-B6A9-7AF47697E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02" y="2169068"/>
            <a:ext cx="2809030" cy="14872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695F33-FF99-1342-9849-63D9F63EC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31" y="284850"/>
            <a:ext cx="2835630" cy="17328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313576-DB8E-BE4A-93C7-406C69209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3876" y="397769"/>
            <a:ext cx="3394469" cy="15429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36817A-3468-2147-8294-32D2A25FB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3876" y="2163103"/>
            <a:ext cx="3394469" cy="1414362"/>
          </a:xfrm>
          <a:prstGeom prst="rect">
            <a:avLst/>
          </a:prstGeom>
        </p:spPr>
      </p:pic>
      <p:sp>
        <p:nvSpPr>
          <p:cNvPr id="10" name="TextBox 17">
            <a:extLst>
              <a:ext uri="{FF2B5EF4-FFF2-40B4-BE49-F238E27FC236}">
                <a16:creationId xmlns:a16="http://schemas.microsoft.com/office/drawing/2014/main" id="{46685ED9-FD31-9345-B87D-A074AF7781CB}"/>
              </a:ext>
            </a:extLst>
          </p:cNvPr>
          <p:cNvSpPr txBox="1"/>
          <p:nvPr/>
        </p:nvSpPr>
        <p:spPr>
          <a:xfrm>
            <a:off x="-25371" y="94079"/>
            <a:ext cx="272832" cy="2396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57" b="1" dirty="0">
                <a:latin typeface="Helvetica" pitchFamily="2" charset="0"/>
              </a:rPr>
              <a:t>A</a:t>
            </a: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789709DA-DB90-EE45-9F7A-18E99E05A9CB}"/>
              </a:ext>
            </a:extLst>
          </p:cNvPr>
          <p:cNvSpPr txBox="1"/>
          <p:nvPr/>
        </p:nvSpPr>
        <p:spPr>
          <a:xfrm>
            <a:off x="-25371" y="1897926"/>
            <a:ext cx="2680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dirty="0">
                <a:latin typeface="Helvetica" pitchFamily="2" charset="0"/>
              </a:rPr>
              <a:t>C</a:t>
            </a:r>
          </a:p>
        </p:txBody>
      </p:sp>
      <p:sp>
        <p:nvSpPr>
          <p:cNvPr id="12" name="TextBox 17">
            <a:extLst>
              <a:ext uri="{FF2B5EF4-FFF2-40B4-BE49-F238E27FC236}">
                <a16:creationId xmlns:a16="http://schemas.microsoft.com/office/drawing/2014/main" id="{ABE3AD79-5F9A-6B4F-9B89-D0D127C8899B}"/>
              </a:ext>
            </a:extLst>
          </p:cNvPr>
          <p:cNvSpPr txBox="1"/>
          <p:nvPr/>
        </p:nvSpPr>
        <p:spPr>
          <a:xfrm>
            <a:off x="2916231" y="94079"/>
            <a:ext cx="272832" cy="2396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57" b="1" dirty="0">
                <a:latin typeface="Helvetica" pitchFamily="2" charset="0"/>
              </a:rPr>
              <a:t>B</a:t>
            </a:r>
          </a:p>
        </p:txBody>
      </p:sp>
      <p:sp>
        <p:nvSpPr>
          <p:cNvPr id="13" name="TextBox 18">
            <a:extLst>
              <a:ext uri="{FF2B5EF4-FFF2-40B4-BE49-F238E27FC236}">
                <a16:creationId xmlns:a16="http://schemas.microsoft.com/office/drawing/2014/main" id="{B7D2486C-4462-8343-B72C-FB7BAC8AE9F3}"/>
              </a:ext>
            </a:extLst>
          </p:cNvPr>
          <p:cNvSpPr txBox="1"/>
          <p:nvPr/>
        </p:nvSpPr>
        <p:spPr>
          <a:xfrm>
            <a:off x="2921041" y="1902978"/>
            <a:ext cx="2680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dirty="0">
                <a:latin typeface="Helvetica" pitchFamily="2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059166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of a graph showing a number of red lines&#10;&#10;Description automatically generated with medium confidence">
            <a:extLst>
              <a:ext uri="{FF2B5EF4-FFF2-40B4-BE49-F238E27FC236}">
                <a16:creationId xmlns:a16="http://schemas.microsoft.com/office/drawing/2014/main" id="{33F50A94-BBAA-5C4A-8CFA-76BE2037C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19" y="103362"/>
            <a:ext cx="3070141" cy="1705634"/>
          </a:xfrm>
          <a:prstGeom prst="rect">
            <a:avLst/>
          </a:prstGeom>
        </p:spPr>
      </p:pic>
      <p:pic>
        <p:nvPicPr>
          <p:cNvPr id="3" name="Picture 2" descr="A graph of a number of red lines&#10;&#10;Description automatically generated">
            <a:extLst>
              <a:ext uri="{FF2B5EF4-FFF2-40B4-BE49-F238E27FC236}">
                <a16:creationId xmlns:a16="http://schemas.microsoft.com/office/drawing/2014/main" id="{409A864D-55C3-1F4E-BD1E-8FA6804CC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56" y="103362"/>
            <a:ext cx="3070142" cy="170563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EC1C148-C0E8-4B48-BAEC-0BD2E1C38A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6166" y="1997865"/>
            <a:ext cx="2251084" cy="178197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4AEA648-67A6-EA46-868A-9934BE40E2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87" y="1997865"/>
            <a:ext cx="2016529" cy="178197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8FA595B-B1BC-D148-A9E1-4F39AF4964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2816" y="1997865"/>
            <a:ext cx="2016528" cy="1781973"/>
          </a:xfrm>
          <a:prstGeom prst="rect">
            <a:avLst/>
          </a:prstGeom>
        </p:spPr>
      </p:pic>
      <p:sp>
        <p:nvSpPr>
          <p:cNvPr id="12" name="TextBox 17">
            <a:extLst>
              <a:ext uri="{FF2B5EF4-FFF2-40B4-BE49-F238E27FC236}">
                <a16:creationId xmlns:a16="http://schemas.microsoft.com/office/drawing/2014/main" id="{46685ED9-FD31-9345-B87D-A074AF7781CB}"/>
              </a:ext>
            </a:extLst>
          </p:cNvPr>
          <p:cNvSpPr txBox="1"/>
          <p:nvPr/>
        </p:nvSpPr>
        <p:spPr>
          <a:xfrm>
            <a:off x="0" y="1"/>
            <a:ext cx="272832" cy="2396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57" b="1" dirty="0">
                <a:latin typeface="Helvetica" pitchFamily="2" charset="0"/>
              </a:rPr>
              <a:t>A</a:t>
            </a:r>
          </a:p>
        </p:txBody>
      </p:sp>
      <p:sp>
        <p:nvSpPr>
          <p:cNvPr id="13" name="TextBox 18">
            <a:extLst>
              <a:ext uri="{FF2B5EF4-FFF2-40B4-BE49-F238E27FC236}">
                <a16:creationId xmlns:a16="http://schemas.microsoft.com/office/drawing/2014/main" id="{789709DA-DB90-EE45-9F7A-18E99E05A9CB}"/>
              </a:ext>
            </a:extLst>
          </p:cNvPr>
          <p:cNvSpPr txBox="1"/>
          <p:nvPr/>
        </p:nvSpPr>
        <p:spPr>
          <a:xfrm>
            <a:off x="906" y="1801295"/>
            <a:ext cx="2680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dirty="0">
                <a:latin typeface="Helvetica" pitchFamily="2" charset="0"/>
              </a:rPr>
              <a:t>C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ABE3AD79-5F9A-6B4F-9B89-D0D127C8899B}"/>
              </a:ext>
            </a:extLst>
          </p:cNvPr>
          <p:cNvSpPr txBox="1"/>
          <p:nvPr/>
        </p:nvSpPr>
        <p:spPr>
          <a:xfrm>
            <a:off x="3216403" y="0"/>
            <a:ext cx="272832" cy="2396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57" b="1" dirty="0">
                <a:latin typeface="Helvetica" pitchFamily="2" charset="0"/>
              </a:rPr>
              <a:t>B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B7D2486C-4462-8343-B72C-FB7BAC8AE9F3}"/>
              </a:ext>
            </a:extLst>
          </p:cNvPr>
          <p:cNvSpPr txBox="1"/>
          <p:nvPr/>
        </p:nvSpPr>
        <p:spPr>
          <a:xfrm>
            <a:off x="2017435" y="1808505"/>
            <a:ext cx="2680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dirty="0">
                <a:latin typeface="Helvetica" pitchFamily="2" charset="0"/>
              </a:rPr>
              <a:t>D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6379C696-7267-4E4D-83EB-6E4C8404DD5A}"/>
              </a:ext>
            </a:extLst>
          </p:cNvPr>
          <p:cNvSpPr txBox="1"/>
          <p:nvPr/>
        </p:nvSpPr>
        <p:spPr>
          <a:xfrm>
            <a:off x="4109097" y="1801295"/>
            <a:ext cx="2616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dirty="0">
                <a:latin typeface="Helvetica" pitchFamily="2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2810077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F69AC7-C657-164E-9F57-FBF1D71B5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25" y="820435"/>
            <a:ext cx="2994559" cy="21389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A264D6-E40E-8841-92AB-3B1E0DF5C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0648" y="820435"/>
            <a:ext cx="2994559" cy="2138971"/>
          </a:xfrm>
          <a:prstGeom prst="rect">
            <a:avLst/>
          </a:prstGeom>
        </p:spPr>
      </p:pic>
      <p:sp>
        <p:nvSpPr>
          <p:cNvPr id="6" name="TextBox 18">
            <a:extLst>
              <a:ext uri="{FF2B5EF4-FFF2-40B4-BE49-F238E27FC236}">
                <a16:creationId xmlns:a16="http://schemas.microsoft.com/office/drawing/2014/main" id="{B7D2486C-4462-8343-B72C-FB7BAC8AE9F3}"/>
              </a:ext>
            </a:extLst>
          </p:cNvPr>
          <p:cNvSpPr txBox="1"/>
          <p:nvPr/>
        </p:nvSpPr>
        <p:spPr>
          <a:xfrm>
            <a:off x="3143715" y="705016"/>
            <a:ext cx="2680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dirty="0">
                <a:latin typeface="Helvetica" pitchFamily="2" charset="0"/>
              </a:rPr>
              <a:t>B</a:t>
            </a:r>
          </a:p>
        </p:txBody>
      </p:sp>
      <p:sp>
        <p:nvSpPr>
          <p:cNvPr id="8" name="TextBox 18">
            <a:extLst>
              <a:ext uri="{FF2B5EF4-FFF2-40B4-BE49-F238E27FC236}">
                <a16:creationId xmlns:a16="http://schemas.microsoft.com/office/drawing/2014/main" id="{B7D2486C-4462-8343-B72C-FB7BAC8AE9F3}"/>
              </a:ext>
            </a:extLst>
          </p:cNvPr>
          <p:cNvSpPr txBox="1"/>
          <p:nvPr/>
        </p:nvSpPr>
        <p:spPr>
          <a:xfrm>
            <a:off x="146456" y="705016"/>
            <a:ext cx="2680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dirty="0">
                <a:latin typeface="Helvetica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388683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549AF-553D-8326-4EA4-913CA8EE2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 modern 1350 not resampled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D0B9C-AF37-B804-1BFB-2277CA5C5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040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55B92-5BD8-D654-5432-D3E0AFEBD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8CA70B6-A28A-95BE-8477-AC23C4FEB2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468" r="241" b="6876"/>
          <a:stretch/>
        </p:blipFill>
        <p:spPr>
          <a:xfrm>
            <a:off x="3516171" y="973924"/>
            <a:ext cx="1940225" cy="58736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034F0B8-AF5A-8D2F-099B-76D8054231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0561" t="4681" r="46634" b="88181"/>
          <a:stretch/>
        </p:blipFill>
        <p:spPr>
          <a:xfrm>
            <a:off x="5206655" y="1406615"/>
            <a:ext cx="221140" cy="4794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A86A52-E1A5-06B5-4AB7-1080DDD5E5B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355" t="5126" r="32311" b="88561"/>
          <a:stretch/>
        </p:blipFill>
        <p:spPr>
          <a:xfrm>
            <a:off x="5206656" y="1454557"/>
            <a:ext cx="230284" cy="42399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E21CA54-6885-A8E9-0E78-5F9CA2BB1C6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4741" b="8859"/>
          <a:stretch/>
        </p:blipFill>
        <p:spPr>
          <a:xfrm>
            <a:off x="3516172" y="327560"/>
            <a:ext cx="1940225" cy="671340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524511-0185-A3EC-4233-36C2FA0365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5"/>
          <a:stretch/>
        </p:blipFill>
        <p:spPr>
          <a:xfrm>
            <a:off x="1107899" y="1006475"/>
            <a:ext cx="4264378" cy="2398713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68BB4C-CEA0-42BD-7385-2EE84B8CD8E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277" t="17995" r="29831" b="19438"/>
          <a:stretch/>
        </p:blipFill>
        <p:spPr>
          <a:xfrm>
            <a:off x="688312" y="268866"/>
            <a:ext cx="1222659" cy="1216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B3BBBAA-0DC0-FA57-1969-FEC2C9C245E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6516" t="23216" r="36775" b="18451"/>
          <a:stretch/>
        </p:blipFill>
        <p:spPr>
          <a:xfrm>
            <a:off x="2121575" y="347206"/>
            <a:ext cx="1189429" cy="11340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099C89-FE33-AF53-E993-C663511E9DA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77718" t="43404" b="43413"/>
          <a:stretch/>
        </p:blipFill>
        <p:spPr>
          <a:xfrm>
            <a:off x="724368" y="1328521"/>
            <a:ext cx="529654" cy="31339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E6EDDF6-D486-6808-7E0B-27B9829EB83E}"/>
              </a:ext>
            </a:extLst>
          </p:cNvPr>
          <p:cNvSpPr txBox="1"/>
          <p:nvPr/>
        </p:nvSpPr>
        <p:spPr>
          <a:xfrm>
            <a:off x="515851" y="129417"/>
            <a:ext cx="223138" cy="1715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5" dirty="0"/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FADCB2-73EE-7E8B-371B-3DA71AB84D0C}"/>
              </a:ext>
            </a:extLst>
          </p:cNvPr>
          <p:cNvSpPr txBox="1"/>
          <p:nvPr/>
        </p:nvSpPr>
        <p:spPr>
          <a:xfrm>
            <a:off x="3487716" y="126659"/>
            <a:ext cx="219932" cy="1715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5" dirty="0"/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BC816F-A1E1-C78C-B623-16BD15A1A479}"/>
              </a:ext>
            </a:extLst>
          </p:cNvPr>
          <p:cNvSpPr txBox="1"/>
          <p:nvPr/>
        </p:nvSpPr>
        <p:spPr>
          <a:xfrm>
            <a:off x="515851" y="2202038"/>
            <a:ext cx="219932" cy="1715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5" dirty="0"/>
              <a:t>C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B8F4E59-1E9E-57FA-ADCD-64BB91164AB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8618" t="29698" r="51308" b="27623"/>
          <a:stretch/>
        </p:blipFill>
        <p:spPr>
          <a:xfrm>
            <a:off x="5319076" y="805922"/>
            <a:ext cx="46184" cy="12228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7344A84-48BD-8C50-71BF-51A4D54EAFB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9986" t="29698" r="64637" b="27623"/>
          <a:stretch/>
        </p:blipFill>
        <p:spPr>
          <a:xfrm>
            <a:off x="5365260" y="805922"/>
            <a:ext cx="70496" cy="12228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CA89C1B3-916D-8A05-C269-943B335BC875}"/>
              </a:ext>
            </a:extLst>
          </p:cNvPr>
          <p:cNvGrpSpPr/>
          <p:nvPr/>
        </p:nvGrpSpPr>
        <p:grpSpPr>
          <a:xfrm>
            <a:off x="643959" y="1663483"/>
            <a:ext cx="2667045" cy="617242"/>
            <a:chOff x="1278637" y="3002973"/>
            <a:chExt cx="5017861" cy="1161299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F36F4A2D-B9E3-B655-CAD3-99E6F23BD8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719" t="7265" r="15798"/>
            <a:stretch/>
          </p:blipFill>
          <p:spPr>
            <a:xfrm>
              <a:off x="1278637" y="3002973"/>
              <a:ext cx="5017861" cy="1114799"/>
            </a:xfrm>
            <a:prstGeom prst="rect">
              <a:avLst/>
            </a:prstGeom>
          </p:spPr>
        </p:pic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1F447B9-BE98-B37C-3B58-C3B7CB5FB4EE}"/>
                </a:ext>
              </a:extLst>
            </p:cNvPr>
            <p:cNvGrpSpPr/>
            <p:nvPr/>
          </p:nvGrpSpPr>
          <p:grpSpPr>
            <a:xfrm>
              <a:off x="3670165" y="3682443"/>
              <a:ext cx="262264" cy="481829"/>
              <a:chOff x="3763377" y="3640680"/>
              <a:chExt cx="255431" cy="443554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DE67DF4B-1CE0-7A0C-51DB-1B61DD997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764377" y="3794124"/>
                <a:ext cx="254431" cy="92075"/>
              </a:xfrm>
              <a:prstGeom prst="rect">
                <a:avLst/>
              </a:prstGeom>
            </p:spPr>
          </p:pic>
          <p:sp>
            <p:nvSpPr>
              <p:cNvPr id="26" name="TextBox 17">
                <a:extLst>
                  <a:ext uri="{FF2B5EF4-FFF2-40B4-BE49-F238E27FC236}">
                    <a16:creationId xmlns:a16="http://schemas.microsoft.com/office/drawing/2014/main" id="{D0A259DE-DA8D-65D5-D69B-A9298043376B}"/>
                  </a:ext>
                </a:extLst>
              </p:cNvPr>
              <p:cNvSpPr txBox="1"/>
              <p:nvPr/>
            </p:nvSpPr>
            <p:spPr>
              <a:xfrm>
                <a:off x="3763377" y="3640680"/>
                <a:ext cx="254431" cy="443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532" dirty="0">
                    <a:latin typeface="Arial" panose="020B0604020202020204" pitchFamily="34" charset="0"/>
                    <a:cs typeface="Arial" panose="020B0604020202020204" pitchFamily="34" charset="0"/>
                  </a:rPr>
                  <a:t>//</a:t>
                </a:r>
              </a:p>
            </p:txBody>
          </p:sp>
        </p:grp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C48C444-68F1-6FAB-CDA7-9198E18EE2E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65397" y="1281969"/>
            <a:ext cx="615434" cy="38464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EB501EC-6A70-AB4C-A863-08E73C957A08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t="27710" b="8613"/>
          <a:stretch/>
        </p:blipFill>
        <p:spPr>
          <a:xfrm>
            <a:off x="3487716" y="1623196"/>
            <a:ext cx="2086200" cy="51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222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c318972-60f5-4afa-98f6-c19520574e57" xsi:nil="true"/>
    <lcf76f155ced4ddcb4097134ff3c332f xmlns="ac5dfaab-0878-459b-b0b1-00a629eabd85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FE6439232332249822FBB3717BF308A" ma:contentTypeVersion="15" ma:contentTypeDescription="Create a new document." ma:contentTypeScope="" ma:versionID="701781068bddb0acf2f4ccc9e7a6a799">
  <xsd:schema xmlns:xsd="http://www.w3.org/2001/XMLSchema" xmlns:xs="http://www.w3.org/2001/XMLSchema" xmlns:p="http://schemas.microsoft.com/office/2006/metadata/properties" xmlns:ns2="ac5dfaab-0878-459b-b0b1-00a629eabd85" xmlns:ns3="4c318972-60f5-4afa-98f6-c19520574e57" targetNamespace="http://schemas.microsoft.com/office/2006/metadata/properties" ma:root="true" ma:fieldsID="1e97419e04d06508345b0a854171ee4d" ns2:_="" ns3:_="">
    <xsd:import namespace="ac5dfaab-0878-459b-b0b1-00a629eabd85"/>
    <xsd:import namespace="4c318972-60f5-4afa-98f6-c19520574e5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5dfaab-0878-459b-b0b1-00a629eabd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79a89b1-2c2c-4f7f-9bd7-7914fb13a0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18972-60f5-4afa-98f6-c19520574e5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b0052e06-4aa5-4288-809d-4048ac8df144}" ma:internalName="TaxCatchAll" ma:showField="CatchAllData" ma:web="4c318972-60f5-4afa-98f6-c19520574e5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6564D8D-6CAA-45DD-B2E6-6B9B67D9E68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579B129-5F64-4169-A8A6-BBD9F9947508}">
  <ds:schemaRefs>
    <ds:schemaRef ds:uri="http://schemas.microsoft.com/office/2006/metadata/properties"/>
    <ds:schemaRef ds:uri="http://schemas.microsoft.com/office/infopath/2007/PartnerControls"/>
    <ds:schemaRef ds:uri="4c318972-60f5-4afa-98f6-c19520574e57"/>
    <ds:schemaRef ds:uri="ac5dfaab-0878-459b-b0b1-00a629eabd85"/>
  </ds:schemaRefs>
</ds:datastoreItem>
</file>

<file path=customXml/itemProps3.xml><?xml version="1.0" encoding="utf-8"?>
<ds:datastoreItem xmlns:ds="http://schemas.openxmlformats.org/officeDocument/2006/customXml" ds:itemID="{99549F9B-1475-4ADC-97CC-10031B869B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c5dfaab-0878-459b-b0b1-00a629eabd85"/>
    <ds:schemaRef ds:uri="4c318972-60f5-4afa-98f6-c19520574e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41323</TotalTime>
  <Words>30</Words>
  <Application>Microsoft Macintosh PowerPoint</Application>
  <PresentationFormat>Custom</PresentationFormat>
  <Paragraphs>26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With modern 1350 not resampled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Cui, Jiajun</dc:creator>
  <cp:lastModifiedBy>Cui, Jiajun</cp:lastModifiedBy>
  <cp:revision>101</cp:revision>
  <dcterms:created xsi:type="dcterms:W3CDTF">2025-05-07T01:06:08Z</dcterms:created>
  <dcterms:modified xsi:type="dcterms:W3CDTF">2025-11-02T23:19:55Z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0x0101009FE6439232332249822FBB3717BF308A</vt:lpwstr>
  </property>
</Properties>
</file>
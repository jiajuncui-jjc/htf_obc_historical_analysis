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7"/>
  </p:notesMasterIdLst>
  <p:sldIdLst>
    <p:sldId id="336" r:id="rId5"/>
    <p:sldId id="338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6631A"/>
    <a:srgbClr val="1A9E77"/>
    <a:srgbClr val="B21A2A"/>
    <a:srgbClr val="2165AC"/>
    <a:srgbClr val="969696"/>
    <a:srgbClr val="FAD42A"/>
    <a:srgbClr val="801033"/>
    <a:srgbClr val="638CCD"/>
    <a:srgbClr val="F7D7FE"/>
    <a:srgbClr val="AED39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274"/>
    <p:restoredTop sz="97030"/>
  </p:normalViewPr>
  <p:slideViewPr>
    <p:cSldViewPr snapToGrid="0">
      <p:cViewPr>
        <p:scale>
          <a:sx n="121" d="100"/>
          <a:sy n="121" d="100"/>
        </p:scale>
        <p:origin x="144" y="3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E5EFEB-AEDE-FC4C-BD98-BCAAA9CB9605}" type="datetimeFigureOut">
              <a:rPr lang="en-US" smtClean="0"/>
              <a:t>9/11/25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8D9B3D-DECE-ED40-8634-CBD0E42E66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8076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15A81-3B7B-6E2F-A600-DCF07748F6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4D7049-422A-44F8-77DD-27AD86FBB1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7BF128-AF90-4D58-4EDF-E7515E09D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ABC11-4237-A549-BB53-4707F8654146}" type="datetimeFigureOut">
              <a:rPr lang="en-US" smtClean="0"/>
              <a:t>9/11/25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43FCA9-5E26-6F7B-AD11-14072764A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90E6C9-4C1E-1FE2-9A4E-279278941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EB5FD-9216-854D-B00A-2A063C4049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0197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7F1EA-8B3B-B391-552C-F2CD3C800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2B7157-0267-D8B0-D17F-3EFD4879EE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C88608-5070-32E4-9F49-4F2173F95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ABC11-4237-A549-BB53-4707F8654146}" type="datetimeFigureOut">
              <a:rPr lang="en-US" smtClean="0"/>
              <a:t>9/11/25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3E829D-7E0F-25DD-AA02-46BC21558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332BB8-2F55-3A2A-DFC0-7C4892088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EB5FD-9216-854D-B00A-2A063C4049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6967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167A5-CF26-510A-C69D-9C6C69A44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099F3C-F877-7B36-DBB5-491646A120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00EB3A-5857-C568-21F8-90F3FEA31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ABC11-4237-A549-BB53-4707F8654146}" type="datetimeFigureOut">
              <a:rPr lang="en-US" smtClean="0"/>
              <a:t>9/11/25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DA1A15-1B4B-7293-49E1-DD87C59F7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801632-FFB5-3FCB-5C0D-404989B30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EB5FD-9216-854D-B00A-2A063C4049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9637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11010-BD28-361E-FCEC-2325D15C8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7A6A7F-7EAF-7DD5-7FBC-4DDB0A103B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54F4BA-9168-A816-8307-3B9282622B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65E485-8082-E649-9905-88D7235A0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ABC11-4237-A549-BB53-4707F8654146}" type="datetimeFigureOut">
              <a:rPr lang="en-US" smtClean="0"/>
              <a:t>9/11/25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205551-FFE2-8DD3-3027-CA0B56710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81789E-E2B6-CD8B-8F1E-E0B1DAEA2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EB5FD-9216-854D-B00A-2A063C4049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7258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DAC02-EBB4-42AC-EF55-044CF6F6BF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20730A-E075-CC89-23A7-19C90595FA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516E34-6D2C-31DF-BC50-C4E1716596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9792E2-2FD1-F59E-157F-8B49F35231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D65A91-40B3-9CBA-CD79-EF3A02ADC6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F8CA158-3B70-BC81-273B-C15AE1500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ABC11-4237-A549-BB53-4707F8654146}" type="datetimeFigureOut">
              <a:rPr lang="en-US" smtClean="0"/>
              <a:t>9/11/25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8F6589-B9B3-A176-177C-A2C85DC9B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32F30E-6273-F1D2-4478-9131C8E06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EB5FD-9216-854D-B00A-2A063C4049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6837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6F45D-8BA3-59AF-04F1-5710D36CB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6F3FF9-8088-A6DD-7962-A9E3788E8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ABC11-4237-A549-BB53-4707F8654146}" type="datetimeFigureOut">
              <a:rPr lang="en-US" smtClean="0"/>
              <a:t>9/11/25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70288A-E4B4-B24E-0A35-5266E135A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92E723-DF76-B1B7-0F89-274032EE0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EB5FD-9216-854D-B00A-2A063C4049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6882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B88417-2ABB-37CE-A4A1-84947E837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ABC11-4237-A549-BB53-4707F8654146}" type="datetimeFigureOut">
              <a:rPr lang="en-US" smtClean="0"/>
              <a:t>9/11/25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0D8118-DC53-53CE-F03B-A4AE19AB6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813F05-2A30-C34A-B3F2-F16299CC3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EB5FD-9216-854D-B00A-2A063C4049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3140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9F187-FCBC-E725-4B0C-AE6E36A955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365D5C-47AF-039B-2EB4-A9681E4558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CE6BC0-6A4A-0EF5-95E1-9A00001913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4002FA-2E19-C1AB-CC13-11E333256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ABC11-4237-A549-BB53-4707F8654146}" type="datetimeFigureOut">
              <a:rPr lang="en-US" smtClean="0"/>
              <a:t>9/11/25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BEA419-2A32-9D76-85B7-FA3DFE4B4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9E3947-A6E7-8B91-99F4-E819379BF5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EB5FD-9216-854D-B00A-2A063C4049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2977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C3B16-41E6-9BCD-1EC3-C987A410CA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E82609-96B2-C863-0791-E60845970B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7D966D-D18B-79C4-86DB-7BE80F2D86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5F4B08-E314-ED5A-53A9-E1ED34FA7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ABC11-4237-A549-BB53-4707F8654146}" type="datetimeFigureOut">
              <a:rPr lang="en-US" smtClean="0"/>
              <a:t>9/11/25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C48FDB-0544-8056-A759-787E21C48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5F885E-9F4D-A920-7A08-9F50AAC26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EB5FD-9216-854D-B00A-2A063C4049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9223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9A24A-8DF0-B09F-386B-A1032E683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766D5B-3D7C-39E1-8FAA-FD6E3CDA5D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8B52EC-56B5-8C93-CF17-D968516DF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ABC11-4237-A549-BB53-4707F8654146}" type="datetimeFigureOut">
              <a:rPr lang="en-US" smtClean="0"/>
              <a:t>9/11/25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5C21E3-4444-4D13-F08E-2DCD13E5BF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7DFAC7-340E-1666-C5AC-F2DA515CD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EB5FD-9216-854D-B00A-2A063C4049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5189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1B9370-4558-1CEF-C942-29821EDE96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B36EAA-4F92-70E5-C734-8AE2DC83AF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086F85-2196-2DE1-15E2-AEEA6C24F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ABC11-4237-A549-BB53-4707F8654146}" type="datetimeFigureOut">
              <a:rPr lang="en-US" smtClean="0"/>
              <a:t>9/11/25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24223F-A73C-A41A-0052-25A1F4A16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6B6A7E-FEF9-5D15-0AB4-A2D292490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EB5FD-9216-854D-B00A-2A063C4049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2565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9E21355-44D8-295F-2E9A-AB1B356B6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432E88-D13D-61D1-238C-E702D6AF18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DC0060-D92B-FA29-A28B-C60AA65357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CABC11-4237-A549-BB53-4707F8654146}" type="datetimeFigureOut">
              <a:rPr lang="en-US" smtClean="0"/>
              <a:t>9/11/25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71A83C-F0E4-9ECF-8FF2-AB528BC08C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A547F2-26B3-9504-9459-6C7DC16630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7EB5FD-9216-854D-B00A-2A063C4049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005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4" Type="http://schemas.openxmlformats.org/officeDocument/2006/relationships/image" Target="../media/image7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2AB473CE-61DE-6420-92DA-DAAB6F405BD7}"/>
              </a:ext>
            </a:extLst>
          </p:cNvPr>
          <p:cNvGrpSpPr/>
          <p:nvPr/>
        </p:nvGrpSpPr>
        <p:grpSpPr>
          <a:xfrm>
            <a:off x="244549" y="860553"/>
            <a:ext cx="11357113" cy="3799962"/>
            <a:chOff x="0" y="860553"/>
            <a:chExt cx="11357113" cy="3799962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37CCA1ED-C082-E924-6C32-A5613353190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2483" t="6269" r="6974" b="89643"/>
            <a:stretch/>
          </p:blipFill>
          <p:spPr>
            <a:xfrm>
              <a:off x="279542" y="860553"/>
              <a:ext cx="11055506" cy="1603514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2257854F-985B-72C1-1C74-16CDE6FD6BC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10823" r="6848"/>
            <a:stretch/>
          </p:blipFill>
          <p:spPr>
            <a:xfrm>
              <a:off x="0" y="2464067"/>
              <a:ext cx="11357113" cy="2196448"/>
            </a:xfrm>
            <a:prstGeom prst="rect">
              <a:avLst/>
            </a:prstGeom>
          </p:spPr>
        </p:pic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D038FD60-C71C-3E8C-41F2-0773DA3685D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23627"/>
          <a:stretch/>
        </p:blipFill>
        <p:spPr>
          <a:xfrm>
            <a:off x="279542" y="4335788"/>
            <a:ext cx="11138426" cy="8782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A4BAE82-1A1A-4162-A919-0D7AC2EA36F2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10823" r="6848"/>
          <a:stretch/>
        </p:blipFill>
        <p:spPr>
          <a:xfrm>
            <a:off x="159489" y="2464067"/>
            <a:ext cx="11442173" cy="2196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37524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B05FE49E-B1DF-301A-85DC-88DCFBADB38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483" t="6269" r="6974" b="89643"/>
          <a:stretch/>
        </p:blipFill>
        <p:spPr>
          <a:xfrm>
            <a:off x="705918" y="1633166"/>
            <a:ext cx="9891090" cy="149077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AFC3160-4418-309C-C74A-815C905AD7CB}"/>
              </a:ext>
            </a:extLst>
          </p:cNvPr>
          <p:cNvSpPr txBox="1"/>
          <p:nvPr/>
        </p:nvSpPr>
        <p:spPr>
          <a:xfrm>
            <a:off x="2574802" y="413408"/>
            <a:ext cx="68334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HTF haplotype - O-antigen OBC genes presence/absence (m53 + h34)</a:t>
            </a:r>
          </a:p>
        </p:txBody>
      </p:sp>
      <p:pic>
        <p:nvPicPr>
          <p:cNvPr id="6" name="Picture 5" descr="A group of colorful arrows&#10;&#10;Description automatically generated">
            <a:extLst>
              <a:ext uri="{FF2B5EF4-FFF2-40B4-BE49-F238E27FC236}">
                <a16:creationId xmlns:a16="http://schemas.microsoft.com/office/drawing/2014/main" id="{0A45977E-0B79-2BEB-AD4F-645ED907D75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2533" t="25146" r="81057" b="58659"/>
          <a:stretch/>
        </p:blipFill>
        <p:spPr>
          <a:xfrm>
            <a:off x="1174709" y="1730337"/>
            <a:ext cx="730470" cy="1291974"/>
          </a:xfrm>
          <a:prstGeom prst="rect">
            <a:avLst/>
          </a:prstGeom>
        </p:spPr>
      </p:pic>
      <p:pic>
        <p:nvPicPr>
          <p:cNvPr id="7" name="Picture 6" descr="A group of colorful arrows&#10;&#10;Description automatically generated">
            <a:extLst>
              <a:ext uri="{FF2B5EF4-FFF2-40B4-BE49-F238E27FC236}">
                <a16:creationId xmlns:a16="http://schemas.microsoft.com/office/drawing/2014/main" id="{17F55553-1E22-F065-EA01-C3B0875EB3C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6328" t="25146" r="69844" b="58120"/>
          <a:stretch/>
        </p:blipFill>
        <p:spPr>
          <a:xfrm>
            <a:off x="3119061" y="1726452"/>
            <a:ext cx="483457" cy="1349251"/>
          </a:xfrm>
          <a:prstGeom prst="rect">
            <a:avLst/>
          </a:prstGeom>
        </p:spPr>
      </p:pic>
      <p:pic>
        <p:nvPicPr>
          <p:cNvPr id="8" name="Picture 7" descr="A group of colorful arrows&#10;&#10;Description automatically generated">
            <a:extLst>
              <a:ext uri="{FF2B5EF4-FFF2-40B4-BE49-F238E27FC236}">
                <a16:creationId xmlns:a16="http://schemas.microsoft.com/office/drawing/2014/main" id="{8D7BE5D4-3C61-063D-5118-CA6FDCDAC20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5103" t="25146" r="51069" b="58120"/>
          <a:stretch/>
        </p:blipFill>
        <p:spPr>
          <a:xfrm>
            <a:off x="5749810" y="1726452"/>
            <a:ext cx="483457" cy="1349251"/>
          </a:xfrm>
          <a:prstGeom prst="rect">
            <a:avLst/>
          </a:prstGeom>
        </p:spPr>
      </p:pic>
      <p:pic>
        <p:nvPicPr>
          <p:cNvPr id="9" name="Picture 8" descr="A group of colorful arrows&#10;&#10;Description automatically generated">
            <a:extLst>
              <a:ext uri="{FF2B5EF4-FFF2-40B4-BE49-F238E27FC236}">
                <a16:creationId xmlns:a16="http://schemas.microsoft.com/office/drawing/2014/main" id="{D04B5644-7ACD-7E56-34CA-1D5DB4AB179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9023" t="25146" r="26160" b="58120"/>
          <a:stretch/>
        </p:blipFill>
        <p:spPr>
          <a:xfrm>
            <a:off x="8930495" y="1731777"/>
            <a:ext cx="575075" cy="13386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4E10B34-0079-DA20-DA10-48C3AA4BE8DA}"/>
              </a:ext>
            </a:extLst>
          </p:cNvPr>
          <p:cNvSpPr txBox="1"/>
          <p:nvPr/>
        </p:nvSpPr>
        <p:spPr>
          <a:xfrm>
            <a:off x="600188" y="1171547"/>
            <a:ext cx="29317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/>
              <a:t>Tailocin</a:t>
            </a:r>
            <a:r>
              <a:rPr lang="en-US" b="1" dirty="0"/>
              <a:t> tail fiber haplotypes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25F79EB-D7C2-E6A9-7C1C-C86069F4C829}"/>
              </a:ext>
            </a:extLst>
          </p:cNvPr>
          <p:cNvSpPr txBox="1"/>
          <p:nvPr/>
        </p:nvSpPr>
        <p:spPr>
          <a:xfrm rot="16200000">
            <a:off x="-1620159" y="2743088"/>
            <a:ext cx="3656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O-antigen biosynthesis cluster genes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0021C95-B209-0097-F8DF-F1D3E99B45B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81222" t="61175" r="17905" b="28891"/>
          <a:stretch/>
        </p:blipFill>
        <p:spPr>
          <a:xfrm>
            <a:off x="10772608" y="4238129"/>
            <a:ext cx="110019" cy="223236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429993C5-3DB5-E5C6-1421-625E408F3C24}"/>
              </a:ext>
            </a:extLst>
          </p:cNvPr>
          <p:cNvGrpSpPr/>
          <p:nvPr/>
        </p:nvGrpSpPr>
        <p:grpSpPr>
          <a:xfrm>
            <a:off x="10679156" y="2098936"/>
            <a:ext cx="837901" cy="1015663"/>
            <a:chOff x="10603005" y="2410712"/>
            <a:chExt cx="837901" cy="1015663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E08DB211-51A6-1B5A-F86E-DAD52F342D49}"/>
                </a:ext>
              </a:extLst>
            </p:cNvPr>
            <p:cNvGrpSpPr/>
            <p:nvPr/>
          </p:nvGrpSpPr>
          <p:grpSpPr>
            <a:xfrm>
              <a:off x="10603005" y="2410712"/>
              <a:ext cx="281284" cy="790047"/>
              <a:chOff x="3510549" y="5281684"/>
              <a:chExt cx="232012" cy="742532"/>
            </a:xfrm>
          </p:grpSpPr>
          <p:pic>
            <p:nvPicPr>
              <p:cNvPr id="12" name="Picture 11" descr="A group of colorful arrows&#10;&#10;Description automatically generated">
                <a:extLst>
                  <a:ext uri="{FF2B5EF4-FFF2-40B4-BE49-F238E27FC236}">
                    <a16:creationId xmlns:a16="http://schemas.microsoft.com/office/drawing/2014/main" id="{D92199C9-3E6D-7A26-B99F-D5D93157D11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82951" t="39385" r="15576" b="58324"/>
              <a:stretch/>
            </p:blipFill>
            <p:spPr>
              <a:xfrm>
                <a:off x="3542561" y="5847585"/>
                <a:ext cx="173285" cy="176631"/>
              </a:xfrm>
              <a:prstGeom prst="rect">
                <a:avLst/>
              </a:prstGeom>
            </p:spPr>
          </p:pic>
          <p:pic>
            <p:nvPicPr>
              <p:cNvPr id="13" name="Picture 12" descr="A group of colorful arrows&#10;&#10;Description automatically generated">
                <a:extLst>
                  <a:ext uri="{FF2B5EF4-FFF2-40B4-BE49-F238E27FC236}">
                    <a16:creationId xmlns:a16="http://schemas.microsoft.com/office/drawing/2014/main" id="{845DA57E-D7AD-F668-98A0-57BB67E8235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82646" t="25687" r="15318" b="67298"/>
              <a:stretch/>
            </p:blipFill>
            <p:spPr>
              <a:xfrm>
                <a:off x="3510549" y="5281684"/>
                <a:ext cx="232012" cy="559558"/>
              </a:xfrm>
              <a:prstGeom prst="rect">
                <a:avLst/>
              </a:prstGeom>
            </p:spPr>
          </p:pic>
        </p:grp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6E3A81C-B49C-2E35-E6AF-56AB310DB09E}"/>
                </a:ext>
              </a:extLst>
            </p:cNvPr>
            <p:cNvSpPr txBox="1"/>
            <p:nvPr/>
          </p:nvSpPr>
          <p:spPr>
            <a:xfrm>
              <a:off x="10781751" y="2410712"/>
              <a:ext cx="659155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solidFill>
                    <a:srgbClr val="F7D7FE"/>
                  </a:solidFill>
                </a:rPr>
                <a:t>1830bp</a:t>
              </a:r>
            </a:p>
            <a:p>
              <a:r>
                <a:rPr lang="en-US" sz="1200" dirty="0">
                  <a:solidFill>
                    <a:srgbClr val="638CCD"/>
                  </a:solidFill>
                </a:rPr>
                <a:t>1383bp</a:t>
              </a:r>
            </a:p>
            <a:p>
              <a:r>
                <a:rPr lang="en-US" sz="1200" dirty="0">
                  <a:solidFill>
                    <a:srgbClr val="801033"/>
                  </a:solidFill>
                </a:rPr>
                <a:t>1803bp</a:t>
              </a:r>
            </a:p>
            <a:p>
              <a:r>
                <a:rPr lang="en-US" sz="1200" dirty="0">
                  <a:solidFill>
                    <a:srgbClr val="FAD42A"/>
                  </a:solidFill>
                </a:rPr>
                <a:t>1245bp</a:t>
              </a:r>
            </a:p>
            <a:p>
              <a:endParaRPr lang="en-US" sz="1200" dirty="0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99E0DE90-EEA0-C8B6-838E-BDF30A8169F7}"/>
              </a:ext>
            </a:extLst>
          </p:cNvPr>
          <p:cNvSpPr txBox="1"/>
          <p:nvPr/>
        </p:nvSpPr>
        <p:spPr>
          <a:xfrm>
            <a:off x="11005096" y="4222984"/>
            <a:ext cx="34176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rgbClr val="969696"/>
                </a:solidFill>
              </a:rPr>
              <a:t>NA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AA0D0A7-4309-9A28-576B-5EB695D24A7B}"/>
              </a:ext>
            </a:extLst>
          </p:cNvPr>
          <p:cNvSpPr txBox="1"/>
          <p:nvPr/>
        </p:nvSpPr>
        <p:spPr>
          <a:xfrm>
            <a:off x="10859584" y="4509694"/>
            <a:ext cx="133241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rgbClr val="1A9E77"/>
                </a:solidFill>
              </a:rPr>
              <a:t>Modern</a:t>
            </a:r>
            <a:r>
              <a:rPr lang="en-US" sz="1000" dirty="0">
                <a:solidFill>
                  <a:srgbClr val="969696"/>
                </a:solidFill>
              </a:rPr>
              <a:t> </a:t>
            </a:r>
            <a:r>
              <a:rPr lang="en-US" sz="1000" dirty="0"/>
              <a:t>and</a:t>
            </a:r>
            <a:r>
              <a:rPr lang="en-US" sz="1000" dirty="0">
                <a:solidFill>
                  <a:srgbClr val="969696"/>
                </a:solidFill>
              </a:rPr>
              <a:t> </a:t>
            </a:r>
            <a:r>
              <a:rPr lang="en-US" sz="1000" dirty="0">
                <a:solidFill>
                  <a:srgbClr val="A6631A"/>
                </a:solidFill>
              </a:rPr>
              <a:t>historical</a:t>
            </a:r>
          </a:p>
        </p:txBody>
      </p:sp>
      <p:pic>
        <p:nvPicPr>
          <p:cNvPr id="20" name="Picture 19" descr="A group of colorful arrows&#10;&#10;Description automatically generated">
            <a:extLst>
              <a:ext uri="{FF2B5EF4-FFF2-40B4-BE49-F238E27FC236}">
                <a16:creationId xmlns:a16="http://schemas.microsoft.com/office/drawing/2014/main" id="{DF092AB4-1F89-BA34-1111-1DEA5E94FA2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3502" t="51099" r="2534" b="43959"/>
          <a:stretch/>
        </p:blipFill>
        <p:spPr>
          <a:xfrm>
            <a:off x="10690998" y="3772723"/>
            <a:ext cx="291085" cy="254046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6C132624-54C9-D360-73F1-DFDE9729C89F}"/>
              </a:ext>
            </a:extLst>
          </p:cNvPr>
          <p:cNvSpPr txBox="1"/>
          <p:nvPr/>
        </p:nvSpPr>
        <p:spPr>
          <a:xfrm>
            <a:off x="10943150" y="3699691"/>
            <a:ext cx="5838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Absent </a:t>
            </a:r>
          </a:p>
          <a:p>
            <a:r>
              <a:rPr lang="en-US" sz="1000" dirty="0"/>
              <a:t>Present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0B44790-E4A3-E30A-2688-764314DA5CA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23627"/>
          <a:stretch/>
        </p:blipFill>
        <p:spPr>
          <a:xfrm>
            <a:off x="676030" y="4573216"/>
            <a:ext cx="9967585" cy="11167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3F88456-37D5-46BA-7922-00A6F125C63E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87596" t="4" r="11099" b="23623"/>
          <a:stretch/>
        </p:blipFill>
        <p:spPr>
          <a:xfrm>
            <a:off x="10772608" y="4573217"/>
            <a:ext cx="130112" cy="11167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0E54360-3A38-E1A5-1036-791F0EFD9A70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10823" r="6848" b="27738"/>
          <a:stretch/>
        </p:blipFill>
        <p:spPr>
          <a:xfrm>
            <a:off x="369478" y="3114598"/>
            <a:ext cx="10227530" cy="1349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00936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c318972-60f5-4afa-98f6-c19520574e57" xsi:nil="true"/>
    <lcf76f155ced4ddcb4097134ff3c332f xmlns="ac5dfaab-0878-459b-b0b1-00a629eabd85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FE6439232332249822FBB3717BF308A" ma:contentTypeVersion="15" ma:contentTypeDescription="Create a new document." ma:contentTypeScope="" ma:versionID="701781068bddb0acf2f4ccc9e7a6a799">
  <xsd:schema xmlns:xsd="http://www.w3.org/2001/XMLSchema" xmlns:xs="http://www.w3.org/2001/XMLSchema" xmlns:p="http://schemas.microsoft.com/office/2006/metadata/properties" xmlns:ns2="ac5dfaab-0878-459b-b0b1-00a629eabd85" xmlns:ns3="4c318972-60f5-4afa-98f6-c19520574e57" targetNamespace="http://schemas.microsoft.com/office/2006/metadata/properties" ma:root="true" ma:fieldsID="1e97419e04d06508345b0a854171ee4d" ns2:_="" ns3:_="">
    <xsd:import namespace="ac5dfaab-0878-459b-b0b1-00a629eabd85"/>
    <xsd:import namespace="4c318972-60f5-4afa-98f6-c19520574e5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c5dfaab-0878-459b-b0b1-00a629eabd8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579a89b1-2c2c-4f7f-9bd7-7914fb13a02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2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c318972-60f5-4afa-98f6-c19520574e57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7" nillable="true" ma:displayName="Taxonomy Catch All Column" ma:hidden="true" ma:list="{b0052e06-4aa5-4288-809d-4048ac8df144}" ma:internalName="TaxCatchAll" ma:showField="CatchAllData" ma:web="4c318972-60f5-4afa-98f6-c19520574e5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579B129-5F64-4169-A8A6-BBD9F9947508}">
  <ds:schemaRefs>
    <ds:schemaRef ds:uri="http://schemas.microsoft.com/office/2006/metadata/properties"/>
    <ds:schemaRef ds:uri="http://schemas.microsoft.com/office/infopath/2007/PartnerControls"/>
    <ds:schemaRef ds:uri="4c318972-60f5-4afa-98f6-c19520574e57"/>
    <ds:schemaRef ds:uri="ac5dfaab-0878-459b-b0b1-00a629eabd85"/>
  </ds:schemaRefs>
</ds:datastoreItem>
</file>

<file path=customXml/itemProps2.xml><?xml version="1.0" encoding="utf-8"?>
<ds:datastoreItem xmlns:ds="http://schemas.openxmlformats.org/officeDocument/2006/customXml" ds:itemID="{26564D8D-6CAA-45DD-B2E6-6B9B67D9E68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9549F9B-1475-4ADC-97CC-10031B869BF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c5dfaab-0878-459b-b0b1-00a629eabd85"/>
    <ds:schemaRef ds:uri="4c318972-60f5-4afa-98f6-c19520574e5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24297</TotalTime>
  <Words>32</Words>
  <Application>Microsoft Macintosh PowerPoint</Application>
  <PresentationFormat>Widescreen</PresentationFormat>
  <Paragraphs>11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Cui, Jiajun</dc:creator>
  <cp:lastModifiedBy>Cui, Jiajun</cp:lastModifiedBy>
  <cp:revision>27</cp:revision>
  <dcterms:created xsi:type="dcterms:W3CDTF">2025-05-07T01:06:08Z</dcterms:created>
  <dcterms:modified xsi:type="dcterms:W3CDTF">2025-09-11T16:30:51Z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0x0101009FE6439232332249822FBB3717BF308A</vt:lpwstr>
  </property>
</Properties>
</file>
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339" r:id="rId5"/>
    <p:sldId id="340" r:id="rId6"/>
    <p:sldId id="341" r:id="rId7"/>
    <p:sldId id="343" r:id="rId8"/>
    <p:sldId id="342" r:id="rId9"/>
    <p:sldId id="344" r:id="rId10"/>
    <p:sldId id="34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582D"/>
    <a:srgbClr val="A6631A"/>
    <a:srgbClr val="1A9E77"/>
    <a:srgbClr val="B21A2A"/>
    <a:srgbClr val="2165AC"/>
    <a:srgbClr val="969696"/>
    <a:srgbClr val="FAD42A"/>
    <a:srgbClr val="801033"/>
    <a:srgbClr val="638CCD"/>
    <a:srgbClr val="F7D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22"/>
    <p:restoredTop sz="97030"/>
  </p:normalViewPr>
  <p:slideViewPr>
    <p:cSldViewPr snapToGrid="0">
      <p:cViewPr varScale="1">
        <p:scale>
          <a:sx n="155" d="100"/>
          <a:sy n="155" d="100"/>
        </p:scale>
        <p:origin x="1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5EFEB-AEDE-FC4C-BD98-BCAAA9CB9605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D9B3D-DECE-ED40-8634-CBD0E42E6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A81-3B7B-6E2F-A600-DCF07748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D7049-422A-44F8-77DD-27AD86FB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F128-AF90-4D58-4EDF-E7515E0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FCA9-5E26-6F7B-AD11-14072764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E6C9-4C1E-1FE2-9A4E-279278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F1EA-8B3B-B391-552C-F2CD3C8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7157-0267-D8B0-D17F-3EFD4879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8608-5070-32E4-9F49-4F2173F9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829D-7E0F-25DD-AA02-46BC2155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8-2F55-3A2A-DFC0-7C48920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7A5-CF26-510A-C69D-9C6C69A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9F3C-F877-7B36-DBB5-491646A1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EB3A-5857-C568-21F8-90F3FEA3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A15-1B4B-7293-49E1-DD87C59F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1632-FFB5-3FCB-5C0D-404989B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010-BD28-361E-FCEC-2325D15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A6A7F-7EAF-7DD5-7FBC-4DDB0A10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F4BA-9168-A816-8307-3B928262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E485-8082-E649-9905-88D7235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5551-FFE2-8DD3-3027-CA0B5671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789E-E2B6-CD8B-8F1E-E0B1DAE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C02-EBB4-42AC-EF55-044CF6F6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730A-E075-CC89-23A7-19C9059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6E34-6D2C-31DF-BC50-C4E171659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92E2-2FD1-F59E-157F-8B49F352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65A91-40B3-9CBA-CD79-EF3A02AD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CA158-3B70-BC81-273B-C15AE150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6589-B9B3-A176-177C-A2C85DC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2F30E-6273-F1D2-4478-9131C8E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45D-8BA3-59AF-04F1-5710D36C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F3FF9-8088-A6DD-7962-A9E3788E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0288A-E4B4-B24E-0A35-5266E13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E723-DF76-B1B7-0F89-274032EE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88417-2ABB-37CE-A4A1-84947E83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8118-DC53-53CE-F03B-A4AE19A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13F05-2A30-C34A-B3F2-F16299CC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F187-FCBC-E725-4B0C-AE6E36A9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5D5C-47AF-039B-2EB4-A9681E45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6BC0-6A4A-0EF5-95E1-9A000019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002FA-2E19-C1AB-CC13-11E3332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EA419-2A32-9D76-85B7-FA3DFE4B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3947-A6E7-8B91-99F4-E81937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B16-41E6-9BCD-1EC3-C987A410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82609-96B2-C863-0791-E60845970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D966D-D18B-79C4-86DB-7BE80F2D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B08-E314-ED5A-53A9-E1ED34F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48FDB-0544-8056-A759-787E21C4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885E-9F4D-A920-7A08-9F50AAC2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24A-8DF0-B09F-386B-A1032E68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6D5B-3D7C-39E1-8FAA-FD6E3CDA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52EC-56B5-8C93-CF17-D968516D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21E3-4444-4D13-F08E-2DCD13E5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AC7-340E-1666-C5AC-F2DA515C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B9370-4558-1CEF-C942-29821EDE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6EAA-4F92-70E5-C734-8AE2DC83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6F85-2196-2DE1-15E2-AEEA6C2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223F-A73C-A41A-0052-25A1F4A1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6A7E-FEF9-5D15-0AB4-A2D292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21355-44D8-295F-2E9A-AB1B356B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2E88-D13D-61D1-238C-E702D6A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060-D92B-FA29-A28B-C60AA6535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BC11-4237-A549-BB53-4707F865414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83C-F0E4-9ECF-8FF2-AB528BC08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47F2-26B3-9504-9459-6C7DC166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0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0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6.png"/><Relationship Id="rId4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9.emf"/><Relationship Id="rId7" Type="http://schemas.openxmlformats.org/officeDocument/2006/relationships/image" Target="../media/image2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47A1739-F1BF-8847-C419-76B5AE71D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592" y="247111"/>
            <a:ext cx="4988178" cy="2992907"/>
          </a:xfrm>
        </p:spPr>
      </p:pic>
      <p:pic>
        <p:nvPicPr>
          <p:cNvPr id="7" name="Picture 6" descr="A graph of red lines&#10;&#10;Description automatically generated">
            <a:extLst>
              <a:ext uri="{FF2B5EF4-FFF2-40B4-BE49-F238E27FC236}">
                <a16:creationId xmlns:a16="http://schemas.microsoft.com/office/drawing/2014/main" id="{1B2B8DA2-0908-A340-A515-D3B26CA1D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01" y="247112"/>
            <a:ext cx="4988177" cy="29929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F14CEB-19CE-BC86-4A45-3574264B3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60" y="3439501"/>
            <a:ext cx="3222339" cy="29874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49FA68-C8A8-E8F0-F45E-399ECE284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739" y="3439501"/>
            <a:ext cx="3222339" cy="29874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9C3FF6-19C8-396E-2D82-86B2BA03F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0319" y="3439501"/>
            <a:ext cx="3228181" cy="29929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4B196E-5051-C42C-3118-1F93F6A698A1}"/>
              </a:ext>
            </a:extLst>
          </p:cNvPr>
          <p:cNvSpPr txBox="1"/>
          <p:nvPr/>
        </p:nvSpPr>
        <p:spPr>
          <a:xfrm>
            <a:off x="651592" y="476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587C3-E0E3-2204-1D33-8DB256A8CC75}"/>
              </a:ext>
            </a:extLst>
          </p:cNvPr>
          <p:cNvSpPr txBox="1"/>
          <p:nvPr/>
        </p:nvSpPr>
        <p:spPr>
          <a:xfrm>
            <a:off x="655923" y="3155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E20DE-3FFD-3298-345B-EA1A50BA0516}"/>
              </a:ext>
            </a:extLst>
          </p:cNvPr>
          <p:cNvSpPr txBox="1"/>
          <p:nvPr/>
        </p:nvSpPr>
        <p:spPr>
          <a:xfrm>
            <a:off x="5778284" y="4762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3D7B1-3911-7C67-89D6-E7442028D0BB}"/>
              </a:ext>
            </a:extLst>
          </p:cNvPr>
          <p:cNvSpPr txBox="1"/>
          <p:nvPr/>
        </p:nvSpPr>
        <p:spPr>
          <a:xfrm>
            <a:off x="4110681" y="315509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83963-500B-2EEA-43C8-7AC81E2FE0E7}"/>
              </a:ext>
            </a:extLst>
          </p:cNvPr>
          <p:cNvSpPr txBox="1"/>
          <p:nvPr/>
        </p:nvSpPr>
        <p:spPr>
          <a:xfrm>
            <a:off x="7430626" y="315509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6464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9B6D78-DC44-D89E-3BEA-10A458674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207"/>
          <a:stretch/>
        </p:blipFill>
        <p:spPr>
          <a:xfrm>
            <a:off x="771538" y="3289289"/>
            <a:ext cx="7570382" cy="27194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7B7F7-2F11-5DCA-E116-05C444DFD6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11"/>
          <a:stretch/>
        </p:blipFill>
        <p:spPr>
          <a:xfrm>
            <a:off x="775252" y="387740"/>
            <a:ext cx="9332844" cy="2585261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5E791DA-B614-57F2-4D31-272F2CC4AE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867" t="16448" b="48246"/>
          <a:stretch/>
        </p:blipFill>
        <p:spPr>
          <a:xfrm>
            <a:off x="8893082" y="3395350"/>
            <a:ext cx="1089964" cy="1798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14337-2996-9067-9794-91D0AB6ACE28}"/>
              </a:ext>
            </a:extLst>
          </p:cNvPr>
          <p:cNvSpPr txBox="1"/>
          <p:nvPr/>
        </p:nvSpPr>
        <p:spPr>
          <a:xfrm>
            <a:off x="616688" y="37214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256D8-DB33-F75D-ABAA-6D3A1FB1BA84}"/>
              </a:ext>
            </a:extLst>
          </p:cNvPr>
          <p:cNvSpPr txBox="1"/>
          <p:nvPr/>
        </p:nvSpPr>
        <p:spPr>
          <a:xfrm>
            <a:off x="616688" y="32094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C9B04-9DF2-0086-58BF-DF49BED2F8BB}"/>
              </a:ext>
            </a:extLst>
          </p:cNvPr>
          <p:cNvSpPr txBox="1"/>
          <p:nvPr/>
        </p:nvSpPr>
        <p:spPr>
          <a:xfrm>
            <a:off x="8893082" y="5031382"/>
            <a:ext cx="867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Modern</a:t>
            </a:r>
          </a:p>
          <a:p>
            <a:r>
              <a:rPr lang="en-US" sz="1400" dirty="0">
                <a:solidFill>
                  <a:srgbClr val="8F582D"/>
                </a:solidFill>
              </a:rPr>
              <a:t>Historical</a:t>
            </a:r>
          </a:p>
        </p:txBody>
      </p:sp>
    </p:spTree>
    <p:extLst>
      <p:ext uri="{BB962C8B-B14F-4D97-AF65-F5344CB8AC3E}">
        <p14:creationId xmlns:p14="http://schemas.microsoft.com/office/powerpoint/2010/main" val="2544891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DDDA6-7BCB-FA68-A3C6-0F4B4103A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320" r="33567"/>
          <a:stretch/>
        </p:blipFill>
        <p:spPr>
          <a:xfrm>
            <a:off x="1304621" y="2307264"/>
            <a:ext cx="3854303" cy="40763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CFEEC9-05A6-C935-5E74-43CD4331F7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980"/>
          <a:stretch/>
        </p:blipFill>
        <p:spPr>
          <a:xfrm>
            <a:off x="983512" y="119074"/>
            <a:ext cx="8777177" cy="1913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C58261-C0FB-D6BD-1564-94025DA921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405" t="8897" r="20114"/>
          <a:stretch/>
        </p:blipFill>
        <p:spPr>
          <a:xfrm>
            <a:off x="5783730" y="2438948"/>
            <a:ext cx="3397688" cy="3347513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161A2DA3-0E0D-F3A9-9CE1-689AB54496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2218" t="40309" b="40143"/>
          <a:stretch/>
        </p:blipFill>
        <p:spPr>
          <a:xfrm>
            <a:off x="4829079" y="5528702"/>
            <a:ext cx="2192030" cy="8506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92E943-2BC3-964D-CEED-7DA2A302A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567" y="3741882"/>
            <a:ext cx="443466" cy="8869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64B3FD-C9A2-99AC-EF3D-B9351B84827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6089" t="42532" b="34459"/>
          <a:stretch/>
        </p:blipFill>
        <p:spPr>
          <a:xfrm>
            <a:off x="8157306" y="1908039"/>
            <a:ext cx="1711842" cy="5309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9F7D96-11CC-4F55-2902-A73BD1FD0946}"/>
              </a:ext>
            </a:extLst>
          </p:cNvPr>
          <p:cNvSpPr txBox="1"/>
          <p:nvPr/>
        </p:nvSpPr>
        <p:spPr>
          <a:xfrm>
            <a:off x="512979" y="28707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63843-442C-BA45-9C88-49A30134E2F7}"/>
              </a:ext>
            </a:extLst>
          </p:cNvPr>
          <p:cNvSpPr txBox="1"/>
          <p:nvPr/>
        </p:nvSpPr>
        <p:spPr>
          <a:xfrm>
            <a:off x="520995" y="217967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AAB65-D436-337D-726C-DE634533AA69}"/>
              </a:ext>
            </a:extLst>
          </p:cNvPr>
          <p:cNvSpPr txBox="1"/>
          <p:nvPr/>
        </p:nvSpPr>
        <p:spPr>
          <a:xfrm>
            <a:off x="5525558" y="21844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9708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55CCE-B27C-AE14-DCA2-0041F6D6E3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05" t="8897" r="29903" b="14016"/>
          <a:stretch/>
        </p:blipFill>
        <p:spPr>
          <a:xfrm>
            <a:off x="2715445" y="-21477"/>
            <a:ext cx="2494409" cy="2525002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689E001-B0C2-3168-0D07-4CB5ACA9116B}"/>
              </a:ext>
            </a:extLst>
          </p:cNvPr>
          <p:cNvSpPr/>
          <p:nvPr/>
        </p:nvSpPr>
        <p:spPr>
          <a:xfrm>
            <a:off x="5463247" y="1206452"/>
            <a:ext cx="1191974" cy="112857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876A21-CB8A-4056-CD5D-97B1B2457E14}"/>
              </a:ext>
            </a:extLst>
          </p:cNvPr>
          <p:cNvSpPr txBox="1"/>
          <p:nvPr/>
        </p:nvSpPr>
        <p:spPr>
          <a:xfrm>
            <a:off x="1913860" y="34024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0E650A1C-2918-617B-6620-427AD2955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6320" r="37049"/>
          <a:stretch/>
        </p:blipFill>
        <p:spPr>
          <a:xfrm>
            <a:off x="9760792" y="722181"/>
            <a:ext cx="1878959" cy="2097116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8F8EC1-FFDB-2F17-AC9F-A55E629FAD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198" b="24639"/>
          <a:stretch/>
        </p:blipFill>
        <p:spPr>
          <a:xfrm>
            <a:off x="2715445" y="3311993"/>
            <a:ext cx="8600276" cy="291050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12D0E41-2B61-D621-FA58-C1DBF3CFE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779329" y="903099"/>
            <a:ext cx="3195768" cy="160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8121F3-4533-E166-2BE9-91D6B062BC2E}"/>
              </a:ext>
            </a:extLst>
          </p:cNvPr>
          <p:cNvSpPr txBox="1"/>
          <p:nvPr/>
        </p:nvSpPr>
        <p:spPr>
          <a:xfrm>
            <a:off x="5422606" y="33723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D5C1F-1C7C-501D-175A-FE25D58F86BF}"/>
              </a:ext>
            </a:extLst>
          </p:cNvPr>
          <p:cNvSpPr txBox="1"/>
          <p:nvPr/>
        </p:nvSpPr>
        <p:spPr>
          <a:xfrm>
            <a:off x="7360733" y="3372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10130-C3E4-FA81-7B72-6D87362C15BB}"/>
              </a:ext>
            </a:extLst>
          </p:cNvPr>
          <p:cNvSpPr txBox="1"/>
          <p:nvPr/>
        </p:nvSpPr>
        <p:spPr>
          <a:xfrm>
            <a:off x="1913860" y="342900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21346-5F84-6B6D-BDCA-DECB65AEDD0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983" t="18577" r="19768" b="31757"/>
          <a:stretch/>
        </p:blipFill>
        <p:spPr>
          <a:xfrm rot="5400000">
            <a:off x="5294114" y="919171"/>
            <a:ext cx="2195110" cy="1938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314D40-3FAF-0672-58DA-CE1539B7A72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3980"/>
          <a:stretch/>
        </p:blipFill>
        <p:spPr>
          <a:xfrm>
            <a:off x="2551813" y="2488019"/>
            <a:ext cx="2870793" cy="625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7B08FA-2EBF-8C0B-86A6-1A61DF39F27C}"/>
              </a:ext>
            </a:extLst>
          </p:cNvPr>
          <p:cNvSpPr txBox="1"/>
          <p:nvPr/>
        </p:nvSpPr>
        <p:spPr>
          <a:xfrm>
            <a:off x="9510010" y="33723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54061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55CCE-B27C-AE14-DCA2-0041F6D6E3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05" t="8897" r="29903" b="14016"/>
          <a:stretch/>
        </p:blipFill>
        <p:spPr>
          <a:xfrm>
            <a:off x="2359842" y="27627"/>
            <a:ext cx="2401001" cy="2430448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689E001-B0C2-3168-0D07-4CB5ACA9116B}"/>
              </a:ext>
            </a:extLst>
          </p:cNvPr>
          <p:cNvSpPr/>
          <p:nvPr/>
        </p:nvSpPr>
        <p:spPr>
          <a:xfrm>
            <a:off x="3568869" y="1352193"/>
            <a:ext cx="1191974" cy="112857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876A21-CB8A-4056-CD5D-97B1B2457E14}"/>
              </a:ext>
            </a:extLst>
          </p:cNvPr>
          <p:cNvSpPr txBox="1"/>
          <p:nvPr/>
        </p:nvSpPr>
        <p:spPr>
          <a:xfrm>
            <a:off x="1913860" y="34024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0E650A1C-2918-617B-6620-427AD2955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6320" r="37049"/>
          <a:stretch/>
        </p:blipFill>
        <p:spPr>
          <a:xfrm>
            <a:off x="7512515" y="791940"/>
            <a:ext cx="1878959" cy="2097116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8F8EC1-FFDB-2F17-AC9F-A55E629FAD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198" b="24639"/>
          <a:stretch/>
        </p:blipFill>
        <p:spPr>
          <a:xfrm>
            <a:off x="2293011" y="3613666"/>
            <a:ext cx="7605978" cy="257401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12D0E41-2B61-D621-FA58-C1DBF3CFE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740622" y="827482"/>
            <a:ext cx="3195768" cy="160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8121F3-4533-E166-2BE9-91D6B062BC2E}"/>
              </a:ext>
            </a:extLst>
          </p:cNvPr>
          <p:cNvSpPr txBox="1"/>
          <p:nvPr/>
        </p:nvSpPr>
        <p:spPr>
          <a:xfrm>
            <a:off x="5422606" y="33723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D5C1F-1C7C-501D-175A-FE25D58F86BF}"/>
              </a:ext>
            </a:extLst>
          </p:cNvPr>
          <p:cNvSpPr txBox="1"/>
          <p:nvPr/>
        </p:nvSpPr>
        <p:spPr>
          <a:xfrm>
            <a:off x="7360733" y="3700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10130-C3E4-FA81-7B72-6D87362C15BB}"/>
              </a:ext>
            </a:extLst>
          </p:cNvPr>
          <p:cNvSpPr txBox="1"/>
          <p:nvPr/>
        </p:nvSpPr>
        <p:spPr>
          <a:xfrm>
            <a:off x="1913860" y="342900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21346-5F84-6B6D-BDCA-DECB65AEDD0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983" t="18577" r="19768" b="31757"/>
          <a:stretch/>
        </p:blipFill>
        <p:spPr>
          <a:xfrm rot="5400000">
            <a:off x="3450625" y="1381846"/>
            <a:ext cx="1600921" cy="14134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314D40-3FAF-0672-58DA-CE1539B7A72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3980"/>
          <a:stretch/>
        </p:blipFill>
        <p:spPr>
          <a:xfrm>
            <a:off x="2231576" y="2473436"/>
            <a:ext cx="2529267" cy="55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3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5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55CCE-B27C-AE14-DCA2-0041F6D6E3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05" t="8897" r="29903" b="14016"/>
          <a:stretch/>
        </p:blipFill>
        <p:spPr>
          <a:xfrm>
            <a:off x="2398547" y="294691"/>
            <a:ext cx="2401001" cy="2430448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689E001-B0C2-3168-0D07-4CB5ACA9116B}"/>
              </a:ext>
            </a:extLst>
          </p:cNvPr>
          <p:cNvSpPr/>
          <p:nvPr/>
        </p:nvSpPr>
        <p:spPr>
          <a:xfrm>
            <a:off x="4938791" y="1353622"/>
            <a:ext cx="1191974" cy="112857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876A21-CB8A-4056-CD5D-97B1B2457E14}"/>
              </a:ext>
            </a:extLst>
          </p:cNvPr>
          <p:cNvSpPr txBox="1"/>
          <p:nvPr/>
        </p:nvSpPr>
        <p:spPr>
          <a:xfrm>
            <a:off x="1913860" y="34024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0E650A1C-2918-617B-6620-427AD2955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6320" r="37049"/>
          <a:stretch/>
        </p:blipFill>
        <p:spPr>
          <a:xfrm>
            <a:off x="9039165" y="1728082"/>
            <a:ext cx="1878959" cy="2097116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8F8EC1-FFDB-2F17-AC9F-A55E629FAD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198" b="24639"/>
          <a:stretch/>
        </p:blipFill>
        <p:spPr>
          <a:xfrm>
            <a:off x="2293010" y="4122350"/>
            <a:ext cx="7985129" cy="270232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12D0E41-2B61-D621-FA58-C1DBF3CFE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267272" y="1763624"/>
            <a:ext cx="3195768" cy="160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8121F3-4533-E166-2BE9-91D6B062BC2E}"/>
              </a:ext>
            </a:extLst>
          </p:cNvPr>
          <p:cNvSpPr txBox="1"/>
          <p:nvPr/>
        </p:nvSpPr>
        <p:spPr>
          <a:xfrm>
            <a:off x="6906578" y="30298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D5C1F-1C7C-501D-175A-FE25D58F86BF}"/>
              </a:ext>
            </a:extLst>
          </p:cNvPr>
          <p:cNvSpPr txBox="1"/>
          <p:nvPr/>
        </p:nvSpPr>
        <p:spPr>
          <a:xfrm>
            <a:off x="8844705" y="3358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10130-C3E4-FA81-7B72-6D87362C15BB}"/>
              </a:ext>
            </a:extLst>
          </p:cNvPr>
          <p:cNvSpPr txBox="1"/>
          <p:nvPr/>
        </p:nvSpPr>
        <p:spPr>
          <a:xfrm>
            <a:off x="1913860" y="406599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21346-5F84-6B6D-BDCA-DECB65AEDD0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983" t="18577" r="19768" b="31757"/>
          <a:stretch/>
        </p:blipFill>
        <p:spPr>
          <a:xfrm rot="5400000">
            <a:off x="4676671" y="770181"/>
            <a:ext cx="1820597" cy="16074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B6A029-D4AE-D563-6696-41FA7E2E8D3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5498"/>
          <a:stretch/>
        </p:blipFill>
        <p:spPr>
          <a:xfrm>
            <a:off x="2352649" y="2776640"/>
            <a:ext cx="4430294" cy="10485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FF0B76-3274-17D0-25D6-310DE4AED84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85430" t="18115" b="28537"/>
          <a:stretch/>
        </p:blipFill>
        <p:spPr>
          <a:xfrm>
            <a:off x="4868753" y="2278052"/>
            <a:ext cx="645430" cy="4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8972-60f5-4afa-98f6-c19520574e57" xsi:nil="true"/>
    <lcf76f155ced4ddcb4097134ff3c332f xmlns="ac5dfaab-0878-459b-b0b1-00a629eabd8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439232332249822FBB3717BF308A" ma:contentTypeVersion="15" ma:contentTypeDescription="Create a new document." ma:contentTypeScope="" ma:versionID="701781068bddb0acf2f4ccc9e7a6a799">
  <xsd:schema xmlns:xsd="http://www.w3.org/2001/XMLSchema" xmlns:xs="http://www.w3.org/2001/XMLSchema" xmlns:p="http://schemas.microsoft.com/office/2006/metadata/properties" xmlns:ns2="ac5dfaab-0878-459b-b0b1-00a629eabd85" xmlns:ns3="4c318972-60f5-4afa-98f6-c19520574e57" targetNamespace="http://schemas.microsoft.com/office/2006/metadata/properties" ma:root="true" ma:fieldsID="1e97419e04d06508345b0a854171ee4d" ns2:_="" ns3:_="">
    <xsd:import namespace="ac5dfaab-0878-459b-b0b1-00a629eabd85"/>
    <xsd:import namespace="4c318972-60f5-4afa-98f6-c19520574e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dfaab-0878-459b-b0b1-00a629eabd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8972-60f5-4afa-98f6-c19520574e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0052e06-4aa5-4288-809d-4048ac8df144}" ma:internalName="TaxCatchAll" ma:showField="CatchAllData" ma:web="4c318972-60f5-4afa-98f6-c19520574e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79B129-5F64-4169-A8A6-BBD9F9947508}">
  <ds:schemaRefs>
    <ds:schemaRef ds:uri="http://schemas.microsoft.com/office/2006/metadata/properties"/>
    <ds:schemaRef ds:uri="http://schemas.microsoft.com/office/infopath/2007/PartnerControls"/>
    <ds:schemaRef ds:uri="4c318972-60f5-4afa-98f6-c19520574e57"/>
    <ds:schemaRef ds:uri="ac5dfaab-0878-459b-b0b1-00a629eabd85"/>
  </ds:schemaRefs>
</ds:datastoreItem>
</file>

<file path=customXml/itemProps2.xml><?xml version="1.0" encoding="utf-8"?>
<ds:datastoreItem xmlns:ds="http://schemas.openxmlformats.org/officeDocument/2006/customXml" ds:itemID="{26564D8D-6CAA-45DD-B2E6-6B9B67D9E6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549F9B-1475-4ADC-97CC-10031B869B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5dfaab-0878-459b-b0b1-00a629eabd85"/>
    <ds:schemaRef ds:uri="4c318972-60f5-4afa-98f6-c19520574e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24818</TotalTime>
  <Words>25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35</cp:revision>
  <dcterms:created xsi:type="dcterms:W3CDTF">2025-05-07T01:06:08Z</dcterms:created>
  <dcterms:modified xsi:type="dcterms:W3CDTF">2025-09-26T19:10:50Z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0x0101009FE6439232332249822FBB3717BF308A</vt:lpwstr>
  </property>
</Properties>
</file>
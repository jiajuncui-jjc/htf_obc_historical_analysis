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2"/>
  </p:notesMasterIdLst>
  <p:sldIdLst>
    <p:sldId id="339" r:id="rId5"/>
    <p:sldId id="340" r:id="rId6"/>
    <p:sldId id="341" r:id="rId7"/>
    <p:sldId id="343" r:id="rId8"/>
    <p:sldId id="342" r:id="rId9"/>
    <p:sldId id="344" r:id="rId10"/>
    <p:sldId id="34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582D"/>
    <a:srgbClr val="A6631A"/>
    <a:srgbClr val="1A9E77"/>
    <a:srgbClr val="B21A2A"/>
    <a:srgbClr val="2165AC"/>
    <a:srgbClr val="969696"/>
    <a:srgbClr val="FAD42A"/>
    <a:srgbClr val="801033"/>
    <a:srgbClr val="638CCD"/>
    <a:srgbClr val="F7D7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389"/>
    <p:restoredTop sz="97030"/>
  </p:normalViewPr>
  <p:slideViewPr>
    <p:cSldViewPr snapToGrid="0">
      <p:cViewPr varScale="1">
        <p:scale>
          <a:sx n="160" d="100"/>
          <a:sy n="160" d="100"/>
        </p:scale>
        <p:origin x="11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E5EFEB-AEDE-FC4C-BD98-BCAAA9CB9605}" type="datetimeFigureOut">
              <a:rPr lang="en-US" smtClean="0"/>
              <a:t>9/26/25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8D9B3D-DECE-ED40-8634-CBD0E42E6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807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15A81-3B7B-6E2F-A600-DCF07748F6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D7049-422A-44F8-77DD-27AD86FBB1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BF128-AF90-4D58-4EDF-E7515E0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3FCA9-5E26-6F7B-AD11-14072764A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0E6C9-4C1E-1FE2-9A4E-279278941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019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7F1EA-8B3B-B391-552C-F2CD3C800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B7157-0267-D8B0-D17F-3EFD4879E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88608-5070-32E4-9F49-4F2173F95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E829D-7E0F-25DD-AA02-46BC21558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32BB8-2F55-3A2A-DFC0-7C4892088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696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167A5-CF26-510A-C69D-9C6C69A44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099F3C-F877-7B36-DBB5-491646A120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00EB3A-5857-C568-21F8-90F3FEA31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DA1A15-1B4B-7293-49E1-DD87C59F7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01632-FFB5-3FCB-5C0D-404989B30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963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11010-BD28-361E-FCEC-2325D15C8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A6A7F-7EAF-7DD5-7FBC-4DDB0A103B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54F4BA-9168-A816-8307-3B9282622B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65E485-8082-E649-9905-88D7235A0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205551-FFE2-8DD3-3027-CA0B56710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81789E-E2B6-CD8B-8F1E-E0B1DAEA2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725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DAC02-EBB4-42AC-EF55-044CF6F6B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20730A-E075-CC89-23A7-19C90595FA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516E34-6D2C-31DF-BC50-C4E1716596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9792E2-2FD1-F59E-157F-8B49F35231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D65A91-40B3-9CBA-CD79-EF3A02ADC6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8CA158-3B70-BC81-273B-C15AE1500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9/26/25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8F6589-B9B3-A176-177C-A2C85DC9B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32F30E-6273-F1D2-4478-9131C8E06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6837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6F45D-8BA3-59AF-04F1-5710D36CB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6F3FF9-8088-A6DD-7962-A9E3788E8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9/26/25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70288A-E4B4-B24E-0A35-5266E135A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92E723-DF76-B1B7-0F89-274032EE0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688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B88417-2ABB-37CE-A4A1-84947E837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9/26/25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0D8118-DC53-53CE-F03B-A4AE19AB6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13F05-2A30-C34A-B3F2-F16299CC3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314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9F187-FCBC-E725-4B0C-AE6E36A95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365D5C-47AF-039B-2EB4-A9681E4558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CE6BC0-6A4A-0EF5-95E1-9A0000191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4002FA-2E19-C1AB-CC13-11E333256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BEA419-2A32-9D76-85B7-FA3DFE4B4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9E3947-A6E7-8B91-99F4-E819379BF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297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C3B16-41E6-9BCD-1EC3-C987A410C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E82609-96B2-C863-0791-E60845970B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7D966D-D18B-79C4-86DB-7BE80F2D86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F4B08-E314-ED5A-53A9-E1ED34FA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C48FDB-0544-8056-A759-787E21C48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5F885E-9F4D-A920-7A08-9F50AAC26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922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9A24A-8DF0-B09F-386B-A1032E683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766D5B-3D7C-39E1-8FAA-FD6E3CDA5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8B52EC-56B5-8C93-CF17-D968516DF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C21E3-4444-4D13-F08E-2DCD13E5B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DFAC7-340E-1666-C5AC-F2DA515CD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518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1B9370-4558-1CEF-C942-29821EDE96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B36EAA-4F92-70E5-C734-8AE2DC83AF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86F85-2196-2DE1-15E2-AEEA6C24F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4223F-A73C-A41A-0052-25A1F4A16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6B6A7E-FEF9-5D15-0AB4-A2D292490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256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E21355-44D8-295F-2E9A-AB1B356B6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432E88-D13D-61D1-238C-E702D6AF18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C0060-D92B-FA29-A28B-C60AA65357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ABC11-4237-A549-BB53-4707F8654146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71A83C-F0E4-9ECF-8FF2-AB528BC08C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547F2-26B3-9504-9459-6C7DC16630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005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7" Type="http://schemas.openxmlformats.org/officeDocument/2006/relationships/image" Target="../media/image14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emf"/><Relationship Id="rId4" Type="http://schemas.openxmlformats.org/officeDocument/2006/relationships/image" Target="../media/image11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7" Type="http://schemas.openxmlformats.org/officeDocument/2006/relationships/image" Target="../media/image10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emf"/><Relationship Id="rId5" Type="http://schemas.openxmlformats.org/officeDocument/2006/relationships/image" Target="../media/image16.png"/><Relationship Id="rId4" Type="http://schemas.openxmlformats.org/officeDocument/2006/relationships/image" Target="../media/image15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7" Type="http://schemas.openxmlformats.org/officeDocument/2006/relationships/image" Target="../media/image10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emf"/><Relationship Id="rId5" Type="http://schemas.openxmlformats.org/officeDocument/2006/relationships/image" Target="../media/image16.png"/><Relationship Id="rId4" Type="http://schemas.openxmlformats.org/officeDocument/2006/relationships/image" Target="../media/image18.em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emf"/><Relationship Id="rId3" Type="http://schemas.openxmlformats.org/officeDocument/2006/relationships/image" Target="../media/image22.emf"/><Relationship Id="rId7" Type="http://schemas.openxmlformats.org/officeDocument/2006/relationships/image" Target="../media/image26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emf"/><Relationship Id="rId5" Type="http://schemas.openxmlformats.org/officeDocument/2006/relationships/image" Target="../media/image24.emf"/><Relationship Id="rId10" Type="http://schemas.openxmlformats.org/officeDocument/2006/relationships/image" Target="../media/image29.emf"/><Relationship Id="rId4" Type="http://schemas.openxmlformats.org/officeDocument/2006/relationships/image" Target="../media/image23.emf"/><Relationship Id="rId9" Type="http://schemas.openxmlformats.org/officeDocument/2006/relationships/image" Target="../media/image2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047A1739-F1BF-8847-C419-76B5AE71D2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1592" y="247111"/>
            <a:ext cx="4988178" cy="2992907"/>
          </a:xfrm>
        </p:spPr>
      </p:pic>
      <p:pic>
        <p:nvPicPr>
          <p:cNvPr id="7" name="Picture 6" descr="A graph of red lines&#10;&#10;Description automatically generated">
            <a:extLst>
              <a:ext uri="{FF2B5EF4-FFF2-40B4-BE49-F238E27FC236}">
                <a16:creationId xmlns:a16="http://schemas.microsoft.com/office/drawing/2014/main" id="{1B2B8DA2-0908-A340-A515-D3B26CA1D8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901" y="247112"/>
            <a:ext cx="4988177" cy="29929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6F14CEB-19CE-BC86-4A45-3574264B3C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860" y="3439501"/>
            <a:ext cx="3222339" cy="298749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E49FA68-C8A8-E8F0-F45E-399ECE2844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4739" y="3439501"/>
            <a:ext cx="3222339" cy="298749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59C3FF6-19C8-396E-2D82-86B2BA03FC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0319" y="3439501"/>
            <a:ext cx="3228181" cy="299290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14B196E-5051-C42C-3118-1F93F6A698A1}"/>
              </a:ext>
            </a:extLst>
          </p:cNvPr>
          <p:cNvSpPr txBox="1"/>
          <p:nvPr/>
        </p:nvSpPr>
        <p:spPr>
          <a:xfrm>
            <a:off x="651592" y="4762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D587C3-E0E3-2204-1D33-8DB256A8CC75}"/>
              </a:ext>
            </a:extLst>
          </p:cNvPr>
          <p:cNvSpPr txBox="1"/>
          <p:nvPr/>
        </p:nvSpPr>
        <p:spPr>
          <a:xfrm>
            <a:off x="655923" y="31550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1E20DE-3FFD-3298-345B-EA1A50BA0516}"/>
              </a:ext>
            </a:extLst>
          </p:cNvPr>
          <p:cNvSpPr txBox="1"/>
          <p:nvPr/>
        </p:nvSpPr>
        <p:spPr>
          <a:xfrm>
            <a:off x="5778284" y="4762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A3D7B1-3911-7C67-89D6-E7442028D0BB}"/>
              </a:ext>
            </a:extLst>
          </p:cNvPr>
          <p:cNvSpPr txBox="1"/>
          <p:nvPr/>
        </p:nvSpPr>
        <p:spPr>
          <a:xfrm>
            <a:off x="4110681" y="315509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E83963-500B-2EEA-43C8-7AC81E2FE0E7}"/>
              </a:ext>
            </a:extLst>
          </p:cNvPr>
          <p:cNvSpPr txBox="1"/>
          <p:nvPr/>
        </p:nvSpPr>
        <p:spPr>
          <a:xfrm>
            <a:off x="7430626" y="3155094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2264641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9B6D78-DC44-D89E-3BEA-10A4586746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7207"/>
          <a:stretch/>
        </p:blipFill>
        <p:spPr>
          <a:xfrm>
            <a:off x="771538" y="3289289"/>
            <a:ext cx="7570382" cy="2719448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C07B7F7-2F11-5DCA-E116-05C444DFD6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311"/>
          <a:stretch/>
        </p:blipFill>
        <p:spPr>
          <a:xfrm>
            <a:off x="775252" y="387740"/>
            <a:ext cx="9332844" cy="2585261"/>
          </a:xfrm>
          <a:prstGeom prst="rect">
            <a:avLst/>
          </a:prstGeom>
        </p:spPr>
      </p:pic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5E791DA-B614-57F2-4D31-272F2CC4AE4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2867" t="16448" b="48246"/>
          <a:stretch/>
        </p:blipFill>
        <p:spPr>
          <a:xfrm>
            <a:off x="8893082" y="3395350"/>
            <a:ext cx="1089964" cy="17984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A14337-2996-9067-9794-91D0AB6ACE28}"/>
              </a:ext>
            </a:extLst>
          </p:cNvPr>
          <p:cNvSpPr txBox="1"/>
          <p:nvPr/>
        </p:nvSpPr>
        <p:spPr>
          <a:xfrm>
            <a:off x="616688" y="37214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F256D8-DB33-F75D-ABAA-6D3A1FB1BA84}"/>
              </a:ext>
            </a:extLst>
          </p:cNvPr>
          <p:cNvSpPr txBox="1"/>
          <p:nvPr/>
        </p:nvSpPr>
        <p:spPr>
          <a:xfrm>
            <a:off x="616688" y="3209477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DC9B04-9DF2-0086-58BF-DF49BED2F8BB}"/>
              </a:ext>
            </a:extLst>
          </p:cNvPr>
          <p:cNvSpPr txBox="1"/>
          <p:nvPr/>
        </p:nvSpPr>
        <p:spPr>
          <a:xfrm>
            <a:off x="8893082" y="5031382"/>
            <a:ext cx="8671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Modern</a:t>
            </a:r>
          </a:p>
          <a:p>
            <a:r>
              <a:rPr lang="en-US" sz="1400" dirty="0">
                <a:solidFill>
                  <a:srgbClr val="8F582D"/>
                </a:solidFill>
              </a:rPr>
              <a:t>Historical</a:t>
            </a:r>
          </a:p>
        </p:txBody>
      </p:sp>
    </p:spTree>
    <p:extLst>
      <p:ext uri="{BB962C8B-B14F-4D97-AF65-F5344CB8AC3E}">
        <p14:creationId xmlns:p14="http://schemas.microsoft.com/office/powerpoint/2010/main" val="2544891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2DDDA6-7BCB-FA68-A3C6-0F4B4103A9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6320" r="33567"/>
          <a:stretch/>
        </p:blipFill>
        <p:spPr>
          <a:xfrm>
            <a:off x="1304621" y="2307264"/>
            <a:ext cx="3854303" cy="407634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CFEEC9-05A6-C935-5E74-43CD4331F79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3980"/>
          <a:stretch/>
        </p:blipFill>
        <p:spPr>
          <a:xfrm>
            <a:off x="983512" y="119074"/>
            <a:ext cx="8777177" cy="19131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CC58261-C0FB-D6BD-1564-94025DA921F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405" t="8897" r="20114"/>
          <a:stretch/>
        </p:blipFill>
        <p:spPr>
          <a:xfrm>
            <a:off x="5783730" y="2438948"/>
            <a:ext cx="3397688" cy="3347513"/>
          </a:xfrm>
          <a:prstGeom prst="rect">
            <a:avLst/>
          </a:prstGeom>
        </p:spPr>
      </p:pic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161A2DA3-0E0D-F3A9-9CE1-689AB54496A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2218" t="40309" b="40143"/>
          <a:stretch/>
        </p:blipFill>
        <p:spPr>
          <a:xfrm>
            <a:off x="4829079" y="5528702"/>
            <a:ext cx="2192030" cy="8506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92E943-2BC3-964D-CEED-7DA2A302A9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6567" y="3741882"/>
            <a:ext cx="443466" cy="8869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864B3FD-C9A2-99AC-EF3D-B9351B848273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86089" t="42532" b="34459"/>
          <a:stretch/>
        </p:blipFill>
        <p:spPr>
          <a:xfrm>
            <a:off x="8157306" y="1908039"/>
            <a:ext cx="1711842" cy="53090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9F7D96-11CC-4F55-2902-A73BD1FD0946}"/>
              </a:ext>
            </a:extLst>
          </p:cNvPr>
          <p:cNvSpPr txBox="1"/>
          <p:nvPr/>
        </p:nvSpPr>
        <p:spPr>
          <a:xfrm>
            <a:off x="512979" y="28707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563843-442C-BA45-9C88-49A30134E2F7}"/>
              </a:ext>
            </a:extLst>
          </p:cNvPr>
          <p:cNvSpPr txBox="1"/>
          <p:nvPr/>
        </p:nvSpPr>
        <p:spPr>
          <a:xfrm>
            <a:off x="520995" y="2179674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AAAB65-D436-337D-726C-DE634533AA69}"/>
              </a:ext>
            </a:extLst>
          </p:cNvPr>
          <p:cNvSpPr txBox="1"/>
          <p:nvPr/>
        </p:nvSpPr>
        <p:spPr>
          <a:xfrm>
            <a:off x="5525558" y="21844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697084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7755CCE-B27C-AE14-DCA2-0041F6D6E3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4405" t="8897" r="29903" b="14016"/>
          <a:stretch/>
        </p:blipFill>
        <p:spPr>
          <a:xfrm>
            <a:off x="2715445" y="-21477"/>
            <a:ext cx="2494409" cy="2525002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689E001-B0C2-3168-0D07-4CB5ACA9116B}"/>
              </a:ext>
            </a:extLst>
          </p:cNvPr>
          <p:cNvSpPr/>
          <p:nvPr/>
        </p:nvSpPr>
        <p:spPr>
          <a:xfrm>
            <a:off x="5463247" y="120645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876A21-CB8A-4056-CD5D-97B1B2457E14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0E650A1C-2918-617B-6620-427AD2955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6320" r="37049"/>
          <a:stretch/>
        </p:blipFill>
        <p:spPr>
          <a:xfrm>
            <a:off x="9760792" y="722181"/>
            <a:ext cx="1878959" cy="209711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78F8EC1-FFDB-2F17-AC9F-A55E629FAD0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5198" b="24639"/>
          <a:stretch/>
        </p:blipFill>
        <p:spPr>
          <a:xfrm>
            <a:off x="2715445" y="3311993"/>
            <a:ext cx="8600276" cy="291050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12D0E41-2B61-D621-FA58-C1DBF3CFE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6779329" y="903099"/>
            <a:ext cx="3195768" cy="1607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58121F3-4533-E166-2BE9-91D6B062BC2E}"/>
              </a:ext>
            </a:extLst>
          </p:cNvPr>
          <p:cNvSpPr txBox="1"/>
          <p:nvPr/>
        </p:nvSpPr>
        <p:spPr>
          <a:xfrm>
            <a:off x="5422606" y="337231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5D5C1F-1C7C-501D-175A-FE25D58F86BF}"/>
              </a:ext>
            </a:extLst>
          </p:cNvPr>
          <p:cNvSpPr txBox="1"/>
          <p:nvPr/>
        </p:nvSpPr>
        <p:spPr>
          <a:xfrm>
            <a:off x="7360733" y="33723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C10130-C3E4-FA81-7B72-6D87362C15BB}"/>
              </a:ext>
            </a:extLst>
          </p:cNvPr>
          <p:cNvSpPr txBox="1"/>
          <p:nvPr/>
        </p:nvSpPr>
        <p:spPr>
          <a:xfrm>
            <a:off x="1913860" y="3429000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121346-5F84-6B6D-BDCA-DECB65AEDD0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3983" t="18577" r="19768" b="31757"/>
          <a:stretch/>
        </p:blipFill>
        <p:spPr>
          <a:xfrm rot="5400000">
            <a:off x="5294114" y="919171"/>
            <a:ext cx="2195110" cy="193812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314D40-3FAF-0672-58DA-CE1539B7A728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3980"/>
          <a:stretch/>
        </p:blipFill>
        <p:spPr>
          <a:xfrm>
            <a:off x="2551813" y="2488019"/>
            <a:ext cx="2870793" cy="6257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7B08FA-2EBF-8C0B-86A6-1A61DF39F27C}"/>
              </a:ext>
            </a:extLst>
          </p:cNvPr>
          <p:cNvSpPr txBox="1"/>
          <p:nvPr/>
        </p:nvSpPr>
        <p:spPr>
          <a:xfrm>
            <a:off x="9510010" y="337231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540615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7755CCE-B27C-AE14-DCA2-0041F6D6E3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4405" t="8897" r="29903" b="14016"/>
          <a:stretch/>
        </p:blipFill>
        <p:spPr>
          <a:xfrm>
            <a:off x="2359842" y="27627"/>
            <a:ext cx="2401001" cy="2430448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689E001-B0C2-3168-0D07-4CB5ACA9116B}"/>
              </a:ext>
            </a:extLst>
          </p:cNvPr>
          <p:cNvSpPr/>
          <p:nvPr/>
        </p:nvSpPr>
        <p:spPr>
          <a:xfrm>
            <a:off x="3568869" y="1352193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876A21-CB8A-4056-CD5D-97B1B2457E14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0E650A1C-2918-617B-6620-427AD2955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6320" r="37049"/>
          <a:stretch/>
        </p:blipFill>
        <p:spPr>
          <a:xfrm>
            <a:off x="7512515" y="791940"/>
            <a:ext cx="1878959" cy="209711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78F8EC1-FFDB-2F17-AC9F-A55E629FAD0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5198" b="24639"/>
          <a:stretch/>
        </p:blipFill>
        <p:spPr>
          <a:xfrm>
            <a:off x="2293011" y="3613666"/>
            <a:ext cx="7605978" cy="257401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12D0E41-2B61-D621-FA58-C1DBF3CFE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4740622" y="827482"/>
            <a:ext cx="3195768" cy="1607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58121F3-4533-E166-2BE9-91D6B062BC2E}"/>
              </a:ext>
            </a:extLst>
          </p:cNvPr>
          <p:cNvSpPr txBox="1"/>
          <p:nvPr/>
        </p:nvSpPr>
        <p:spPr>
          <a:xfrm>
            <a:off x="5422606" y="337231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5D5C1F-1C7C-501D-175A-FE25D58F86BF}"/>
              </a:ext>
            </a:extLst>
          </p:cNvPr>
          <p:cNvSpPr txBox="1"/>
          <p:nvPr/>
        </p:nvSpPr>
        <p:spPr>
          <a:xfrm>
            <a:off x="7360733" y="37005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C10130-C3E4-FA81-7B72-6D87362C15BB}"/>
              </a:ext>
            </a:extLst>
          </p:cNvPr>
          <p:cNvSpPr txBox="1"/>
          <p:nvPr/>
        </p:nvSpPr>
        <p:spPr>
          <a:xfrm>
            <a:off x="1913860" y="3429000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121346-5F84-6B6D-BDCA-DECB65AEDD0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3983" t="18577" r="19768" b="31757"/>
          <a:stretch/>
        </p:blipFill>
        <p:spPr>
          <a:xfrm rot="5400000">
            <a:off x="3450625" y="1381846"/>
            <a:ext cx="1600921" cy="141349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314D40-3FAF-0672-58DA-CE1539B7A728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3980"/>
          <a:stretch/>
        </p:blipFill>
        <p:spPr>
          <a:xfrm>
            <a:off x="2231576" y="2473436"/>
            <a:ext cx="2529267" cy="551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136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50DEE7D-7643-6361-F5CA-C92273948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645" y="889765"/>
            <a:ext cx="2056287" cy="2056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576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689E001-B0C2-3168-0D07-4CB5ACA9116B}"/>
              </a:ext>
            </a:extLst>
          </p:cNvPr>
          <p:cNvSpPr/>
          <p:nvPr/>
        </p:nvSpPr>
        <p:spPr>
          <a:xfrm>
            <a:off x="4938791" y="135362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876A21-CB8A-4056-CD5D-97B1B2457E14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78F8EC1-FFDB-2F17-AC9F-A55E629FAD0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198" b="24639"/>
          <a:stretch/>
        </p:blipFill>
        <p:spPr>
          <a:xfrm>
            <a:off x="2888348" y="4087137"/>
            <a:ext cx="8156688" cy="27603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58121F3-4533-E166-2BE9-91D6B062BC2E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5D5C1F-1C7C-501D-175A-FE25D58F86BF}"/>
              </a:ext>
            </a:extLst>
          </p:cNvPr>
          <p:cNvSpPr txBox="1"/>
          <p:nvPr/>
        </p:nvSpPr>
        <p:spPr>
          <a:xfrm>
            <a:off x="6873226" y="247130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C10130-C3E4-FA81-7B72-6D87362C15BB}"/>
              </a:ext>
            </a:extLst>
          </p:cNvPr>
          <p:cNvSpPr txBox="1"/>
          <p:nvPr/>
        </p:nvSpPr>
        <p:spPr>
          <a:xfrm>
            <a:off x="1913860" y="4010319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5C3026C7-D468-596F-B8B4-339E651EADA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873" t="22006" r="29500" b="24477"/>
          <a:stretch/>
        </p:blipFill>
        <p:spPr>
          <a:xfrm>
            <a:off x="4554547" y="478852"/>
            <a:ext cx="2072997" cy="182989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A211CFC-1B76-89E7-1FE4-B25A4B02744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5032" t="46429" r="-273" b="45226"/>
          <a:stretch/>
        </p:blipFill>
        <p:spPr>
          <a:xfrm>
            <a:off x="5762118" y="2398068"/>
            <a:ext cx="696852" cy="381558"/>
          </a:xfrm>
          <a:prstGeom prst="rect">
            <a:avLst/>
          </a:prstGeom>
        </p:spPr>
      </p:pic>
      <p:grpSp>
        <p:nvGrpSpPr>
          <p:cNvPr id="50" name="Group 49">
            <a:extLst>
              <a:ext uri="{FF2B5EF4-FFF2-40B4-BE49-F238E27FC236}">
                <a16:creationId xmlns:a16="http://schemas.microsoft.com/office/drawing/2014/main" id="{52239362-DD8B-E6AB-65FD-123072892F58}"/>
              </a:ext>
            </a:extLst>
          </p:cNvPr>
          <p:cNvGrpSpPr/>
          <p:nvPr/>
        </p:nvGrpSpPr>
        <p:grpSpPr>
          <a:xfrm>
            <a:off x="2170218" y="593697"/>
            <a:ext cx="2332102" cy="2345315"/>
            <a:chOff x="2312959" y="611101"/>
            <a:chExt cx="2332102" cy="234531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1F79ED-08A8-5EF2-F6BD-91C0A90FE983}"/>
                </a:ext>
              </a:extLst>
            </p:cNvPr>
            <p:cNvSpPr txBox="1"/>
            <p:nvPr/>
          </p:nvSpPr>
          <p:spPr>
            <a:xfrm>
              <a:off x="3385219" y="2710195"/>
              <a:ext cx="3481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lon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AFE87AB-92EE-5F54-ECE6-B5954782DC29}"/>
                </a:ext>
              </a:extLst>
            </p:cNvPr>
            <p:cNvSpPr txBox="1"/>
            <p:nvPr/>
          </p:nvSpPr>
          <p:spPr>
            <a:xfrm rot="16200000">
              <a:off x="2277212" y="1537537"/>
              <a:ext cx="31771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lat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18935300-6974-2CF9-5026-55DCE8D1EE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491" t="24651" r="38184" b="18438"/>
            <a:stretch/>
          </p:blipFill>
          <p:spPr>
            <a:xfrm>
              <a:off x="2473549" y="611101"/>
              <a:ext cx="2171512" cy="2099094"/>
            </a:xfrm>
            <a:prstGeom prst="rect">
              <a:avLst/>
            </a:prstGeom>
          </p:spPr>
        </p:pic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7AAD69E0-A6E1-9E04-CC84-88610BA356D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101"/>
          <a:stretch/>
        </p:blipFill>
        <p:spPr>
          <a:xfrm>
            <a:off x="2115021" y="2953077"/>
            <a:ext cx="4774598" cy="1124774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4DD73BA9-73C8-3B0E-7AC4-2B4AB0070B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8231" y="2198282"/>
            <a:ext cx="1249807" cy="781129"/>
          </a:xfrm>
          <a:prstGeom prst="rect">
            <a:avLst/>
          </a:prstGeom>
        </p:spPr>
      </p:pic>
      <p:pic>
        <p:nvPicPr>
          <p:cNvPr id="1055" name="Picture 1054">
            <a:extLst>
              <a:ext uri="{FF2B5EF4-FFF2-40B4-BE49-F238E27FC236}">
                <a16:creationId xmlns:a16="http://schemas.microsoft.com/office/drawing/2014/main" id="{DDC233DB-B203-EA34-F779-BA914610B4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4183" y="547438"/>
            <a:ext cx="4233897" cy="2116949"/>
          </a:xfrm>
          <a:prstGeom prst="rect">
            <a:avLst/>
          </a:prstGeom>
        </p:spPr>
      </p:pic>
      <p:pic>
        <p:nvPicPr>
          <p:cNvPr id="1073" name="Picture 1072">
            <a:extLst>
              <a:ext uri="{FF2B5EF4-FFF2-40B4-BE49-F238E27FC236}">
                <a16:creationId xmlns:a16="http://schemas.microsoft.com/office/drawing/2014/main" id="{CF71893B-00AF-7FF2-8273-B38C4B743E8E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12903" t="24824" r="7157"/>
          <a:stretch/>
        </p:blipFill>
        <p:spPr>
          <a:xfrm>
            <a:off x="7536773" y="2667157"/>
            <a:ext cx="3857446" cy="1410694"/>
          </a:xfrm>
          <a:prstGeom prst="rect">
            <a:avLst/>
          </a:prstGeom>
        </p:spPr>
      </p:pic>
      <p:pic>
        <p:nvPicPr>
          <p:cNvPr id="1074" name="Picture 1073">
            <a:extLst>
              <a:ext uri="{FF2B5EF4-FFF2-40B4-BE49-F238E27FC236}">
                <a16:creationId xmlns:a16="http://schemas.microsoft.com/office/drawing/2014/main" id="{E2814432-C3DD-F995-2E32-8E71AD0EA2A3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39060" t="4681" r="31336" b="86103"/>
          <a:stretch/>
        </p:blipFill>
        <p:spPr>
          <a:xfrm>
            <a:off x="8865486" y="2633623"/>
            <a:ext cx="1319917" cy="159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7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FE6439232332249822FBB3717BF308A" ma:contentTypeVersion="15" ma:contentTypeDescription="Create a new document." ma:contentTypeScope="" ma:versionID="701781068bddb0acf2f4ccc9e7a6a799">
  <xsd:schema xmlns:xsd="http://www.w3.org/2001/XMLSchema" xmlns:xs="http://www.w3.org/2001/XMLSchema" xmlns:p="http://schemas.microsoft.com/office/2006/metadata/properties" xmlns:ns2="ac5dfaab-0878-459b-b0b1-00a629eabd85" xmlns:ns3="4c318972-60f5-4afa-98f6-c19520574e57" targetNamespace="http://schemas.microsoft.com/office/2006/metadata/properties" ma:root="true" ma:fieldsID="1e97419e04d06508345b0a854171ee4d" ns2:_="" ns3:_="">
    <xsd:import namespace="ac5dfaab-0878-459b-b0b1-00a629eabd85"/>
    <xsd:import namespace="4c318972-60f5-4afa-98f6-c19520574e5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c5dfaab-0878-459b-b0b1-00a629eabd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79a89b1-2c2c-4f7f-9bd7-7914fb13a02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318972-60f5-4afa-98f6-c19520574e57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b0052e06-4aa5-4288-809d-4048ac8df144}" ma:internalName="TaxCatchAll" ma:showField="CatchAllData" ma:web="4c318972-60f5-4afa-98f6-c19520574e5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c318972-60f5-4afa-98f6-c19520574e57" xsi:nil="true"/>
    <lcf76f155ced4ddcb4097134ff3c332f xmlns="ac5dfaab-0878-459b-b0b1-00a629eabd85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99549F9B-1475-4ADC-97CC-10031B869BF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c5dfaab-0878-459b-b0b1-00a629eabd85"/>
    <ds:schemaRef ds:uri="4c318972-60f5-4afa-98f6-c19520574e5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6564D8D-6CAA-45DD-B2E6-6B9B67D9E68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579B129-5F64-4169-A8A6-BBD9F9947508}">
  <ds:schemaRefs>
    <ds:schemaRef ds:uri="http://schemas.microsoft.com/office/2006/metadata/properties"/>
    <ds:schemaRef ds:uri="http://schemas.microsoft.com/office/infopath/2007/PartnerControls"/>
    <ds:schemaRef ds:uri="4c318972-60f5-4afa-98f6-c19520574e57"/>
    <ds:schemaRef ds:uri="ac5dfaab-0878-459b-b0b1-00a629eabd8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25235</TotalTime>
  <Words>27</Words>
  <Application>Microsoft Macintosh PowerPoint</Application>
  <PresentationFormat>Widescreen</PresentationFormat>
  <Paragraphs>27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Cui, Jiajun</dc:creator>
  <cp:lastModifiedBy>Cui, Jiajun</cp:lastModifiedBy>
  <cp:revision>45</cp:revision>
  <dcterms:created xsi:type="dcterms:W3CDTF">2025-05-07T01:06:08Z</dcterms:created>
  <dcterms:modified xsi:type="dcterms:W3CDTF">2025-09-27T02:08:55Z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0x0101009FE6439232332249822FBB3717BF308A</vt:lpwstr>
  </property>
</Properties>
</file>
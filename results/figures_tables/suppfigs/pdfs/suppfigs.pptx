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sldIdLst>
    <p:sldId id="351" r:id="rId5"/>
    <p:sldId id="352" r:id="rId6"/>
    <p:sldId id="353" r:id="rId7"/>
    <p:sldId id="339" r:id="rId8"/>
    <p:sldId id="340" r:id="rId9"/>
    <p:sldId id="341" r:id="rId10"/>
    <p:sldId id="343" r:id="rId11"/>
    <p:sldId id="342" r:id="rId12"/>
    <p:sldId id="345" r:id="rId13"/>
    <p:sldId id="346" r:id="rId14"/>
    <p:sldId id="349" r:id="rId15"/>
    <p:sldId id="35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582D"/>
    <a:srgbClr val="A6631A"/>
    <a:srgbClr val="1A9E77"/>
    <a:srgbClr val="B21A2A"/>
    <a:srgbClr val="2165AC"/>
    <a:srgbClr val="969696"/>
    <a:srgbClr val="FAD42A"/>
    <a:srgbClr val="801033"/>
    <a:srgbClr val="638CCD"/>
    <a:srgbClr val="F7D7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386"/>
    <p:restoredTop sz="97030"/>
  </p:normalViewPr>
  <p:slideViewPr>
    <p:cSldViewPr snapToGrid="0">
      <p:cViewPr>
        <p:scale>
          <a:sx n="165" d="100"/>
          <a:sy n="165" d="100"/>
        </p:scale>
        <p:origin x="103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E5EFEB-AEDE-FC4C-BD98-BCAAA9CB9605}" type="datetimeFigureOut">
              <a:rPr lang="en-US" smtClean="0"/>
              <a:t>10/4/25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D9B3D-DECE-ED40-8634-CBD0E42E66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807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15A81-3B7B-6E2F-A600-DCF07748F6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4D7049-422A-44F8-77DD-27AD86FBB1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BF128-AF90-4D58-4EDF-E7515E0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3FCA9-5E26-6F7B-AD11-14072764A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90E6C9-4C1E-1FE2-9A4E-279278941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019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7F1EA-8B3B-B391-552C-F2CD3C800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B7157-0267-D8B0-D17F-3EFD4879EE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88608-5070-32E4-9F49-4F2173F95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E829D-7E0F-25DD-AA02-46BC21558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32BB8-2F55-3A2A-DFC0-7C4892088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696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167A5-CF26-510A-C69D-9C6C69A44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099F3C-F877-7B36-DBB5-491646A120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00EB3A-5857-C568-21F8-90F3FEA31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DA1A15-1B4B-7293-49E1-DD87C59F7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01632-FFB5-3FCB-5C0D-404989B30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9637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11010-BD28-361E-FCEC-2325D15C8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A6A7F-7EAF-7DD5-7FBC-4DDB0A103B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54F4BA-9168-A816-8307-3B9282622B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65E485-8082-E649-9905-88D7235A0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205551-FFE2-8DD3-3027-CA0B56710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81789E-E2B6-CD8B-8F1E-E0B1DAEA2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7258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DAC02-EBB4-42AC-EF55-044CF6F6B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20730A-E075-CC89-23A7-19C90595FA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516E34-6D2C-31DF-BC50-C4E1716596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9792E2-2FD1-F59E-157F-8B49F35231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D65A91-40B3-9CBA-CD79-EF3A02ADC6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F8CA158-3B70-BC81-273B-C15AE1500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8F6589-B9B3-A176-177C-A2C85DC9B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32F30E-6273-F1D2-4478-9131C8E06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6837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6F45D-8BA3-59AF-04F1-5710D36CB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6F3FF9-8088-A6DD-7962-A9E3788E8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70288A-E4B4-B24E-0A35-5266E135A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92E723-DF76-B1B7-0F89-274032EE0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688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88417-2ABB-37CE-A4A1-84947E837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0D8118-DC53-53CE-F03B-A4AE19AB6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13F05-2A30-C34A-B3F2-F16299CC3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314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9F187-FCBC-E725-4B0C-AE6E36A95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65D5C-47AF-039B-2EB4-A9681E4558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CE6BC0-6A4A-0EF5-95E1-9A0000191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4002FA-2E19-C1AB-CC13-11E333256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BEA419-2A32-9D76-85B7-FA3DFE4B4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9E3947-A6E7-8B91-99F4-E819379B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297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3B16-41E6-9BCD-1EC3-C987A410C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E82609-96B2-C863-0791-E60845970B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7D966D-D18B-79C4-86DB-7BE80F2D86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F4B08-E314-ED5A-53A9-E1ED34FA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C48FDB-0544-8056-A759-787E21C48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5F885E-9F4D-A920-7A08-9F50AAC26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922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9A24A-8DF0-B09F-386B-A1032E683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766D5B-3D7C-39E1-8FAA-FD6E3CDA5D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8B52EC-56B5-8C93-CF17-D968516DF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C21E3-4444-4D13-F08E-2DCD13E5B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DFAC7-340E-1666-C5AC-F2DA515CD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518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1B9370-4558-1CEF-C942-29821EDE96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B36EAA-4F92-70E5-C734-8AE2DC83AF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86F85-2196-2DE1-15E2-AEEA6C24F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4223F-A73C-A41A-0052-25A1F4A16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6B6A7E-FEF9-5D15-0AB4-A2D292490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256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E21355-44D8-295F-2E9A-AB1B356B6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432E88-D13D-61D1-238C-E702D6AF18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C0060-D92B-FA29-A28B-C60AA65357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CABC11-4237-A549-BB53-4707F8654146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1A83C-F0E4-9ECF-8FF2-AB528BC08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A547F2-26B3-9504-9459-6C7DC16630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EB5FD-9216-854D-B00A-2A063C4049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00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emf"/><Relationship Id="rId4" Type="http://schemas.openxmlformats.org/officeDocument/2006/relationships/image" Target="../media/image9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7" Type="http://schemas.openxmlformats.org/officeDocument/2006/relationships/image" Target="../media/image26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emf"/><Relationship Id="rId4" Type="http://schemas.openxmlformats.org/officeDocument/2006/relationships/image" Target="../media/image2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7" Type="http://schemas.openxmlformats.org/officeDocument/2006/relationships/image" Target="../media/image22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emf"/><Relationship Id="rId5" Type="http://schemas.openxmlformats.org/officeDocument/2006/relationships/image" Target="../media/image28.png"/><Relationship Id="rId4" Type="http://schemas.openxmlformats.org/officeDocument/2006/relationships/image" Target="../media/image27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7" Type="http://schemas.openxmlformats.org/officeDocument/2006/relationships/image" Target="../media/image22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emf"/><Relationship Id="rId5" Type="http://schemas.openxmlformats.org/officeDocument/2006/relationships/image" Target="../media/image28.png"/><Relationship Id="rId4" Type="http://schemas.openxmlformats.org/officeDocument/2006/relationships/image" Target="../media/image30.e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emf"/><Relationship Id="rId3" Type="http://schemas.openxmlformats.org/officeDocument/2006/relationships/image" Target="../media/image33.emf"/><Relationship Id="rId7" Type="http://schemas.openxmlformats.org/officeDocument/2006/relationships/image" Target="../media/image37.emf"/><Relationship Id="rId2" Type="http://schemas.openxmlformats.org/officeDocument/2006/relationships/image" Target="../media/image32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emf"/><Relationship Id="rId5" Type="http://schemas.openxmlformats.org/officeDocument/2006/relationships/image" Target="../media/image35.emf"/><Relationship Id="rId10" Type="http://schemas.openxmlformats.org/officeDocument/2006/relationships/image" Target="../media/image40.emf"/><Relationship Id="rId4" Type="http://schemas.openxmlformats.org/officeDocument/2006/relationships/image" Target="../media/image34.emf"/><Relationship Id="rId9" Type="http://schemas.openxmlformats.org/officeDocument/2006/relationships/image" Target="../media/image39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emf"/><Relationship Id="rId4" Type="http://schemas.openxmlformats.org/officeDocument/2006/relationships/image" Target="../media/image40.e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emf"/><Relationship Id="rId3" Type="http://schemas.openxmlformats.org/officeDocument/2006/relationships/image" Target="../media/image44.emf"/><Relationship Id="rId7" Type="http://schemas.openxmlformats.org/officeDocument/2006/relationships/image" Target="../media/image37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emf"/><Relationship Id="rId5" Type="http://schemas.openxmlformats.org/officeDocument/2006/relationships/image" Target="../media/image45.emf"/><Relationship Id="rId10" Type="http://schemas.openxmlformats.org/officeDocument/2006/relationships/image" Target="../media/image47.emf"/><Relationship Id="rId4" Type="http://schemas.openxmlformats.org/officeDocument/2006/relationships/image" Target="../media/image35.emf"/><Relationship Id="rId9" Type="http://schemas.openxmlformats.org/officeDocument/2006/relationships/image" Target="../media/image46.emf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emf"/><Relationship Id="rId3" Type="http://schemas.openxmlformats.org/officeDocument/2006/relationships/image" Target="../media/image45.emf"/><Relationship Id="rId7" Type="http://schemas.openxmlformats.org/officeDocument/2006/relationships/image" Target="../media/image40.emf"/><Relationship Id="rId2" Type="http://schemas.openxmlformats.org/officeDocument/2006/relationships/image" Target="../media/image4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emf"/><Relationship Id="rId11" Type="http://schemas.openxmlformats.org/officeDocument/2006/relationships/image" Target="../media/image54.emf"/><Relationship Id="rId5" Type="http://schemas.openxmlformats.org/officeDocument/2006/relationships/image" Target="../media/image50.emf"/><Relationship Id="rId10" Type="http://schemas.openxmlformats.org/officeDocument/2006/relationships/image" Target="../media/image53.emf"/><Relationship Id="rId4" Type="http://schemas.openxmlformats.org/officeDocument/2006/relationships/image" Target="../media/image49.emf"/><Relationship Id="rId9" Type="http://schemas.openxmlformats.org/officeDocument/2006/relationships/image" Target="../media/image5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FCD13C68-AADC-6DA3-7DCA-AD0B0BC180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903" r="50118"/>
          <a:stretch/>
        </p:blipFill>
        <p:spPr>
          <a:xfrm>
            <a:off x="1080666" y="4050397"/>
            <a:ext cx="3610416" cy="28076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A9AB60-8EC0-1397-23C7-C883AA150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104" y="260975"/>
            <a:ext cx="4187540" cy="383857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DB60543-1927-D476-5945-AE2C5DA39647}"/>
              </a:ext>
            </a:extLst>
          </p:cNvPr>
          <p:cNvSpPr txBox="1"/>
          <p:nvPr/>
        </p:nvSpPr>
        <p:spPr>
          <a:xfrm>
            <a:off x="623478" y="7630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F45571-E60B-1AF4-D046-F5F5BC23EF28}"/>
              </a:ext>
            </a:extLst>
          </p:cNvPr>
          <p:cNvSpPr txBox="1"/>
          <p:nvPr/>
        </p:nvSpPr>
        <p:spPr>
          <a:xfrm>
            <a:off x="4979644" y="7630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65D565-8390-711E-C3BC-5080B7B06FCF}"/>
              </a:ext>
            </a:extLst>
          </p:cNvPr>
          <p:cNvSpPr txBox="1"/>
          <p:nvPr/>
        </p:nvSpPr>
        <p:spPr>
          <a:xfrm>
            <a:off x="561486" y="392916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E76E7F-F68E-BF5F-4930-00E16E40D189}"/>
              </a:ext>
            </a:extLst>
          </p:cNvPr>
          <p:cNvSpPr txBox="1"/>
          <p:nvPr/>
        </p:nvSpPr>
        <p:spPr>
          <a:xfrm>
            <a:off x="4956383" y="3914887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E999053-5AFA-35DA-E1B5-7736BD44B936}"/>
              </a:ext>
            </a:extLst>
          </p:cNvPr>
          <p:cNvGrpSpPr/>
          <p:nvPr/>
        </p:nvGrpSpPr>
        <p:grpSpPr>
          <a:xfrm>
            <a:off x="5235467" y="312409"/>
            <a:ext cx="3807373" cy="3490091"/>
            <a:chOff x="5235467" y="312409"/>
            <a:chExt cx="3807373" cy="3490091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EEF88EA-AA4C-D2C3-35CD-98BEAFBAC8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35467" y="312409"/>
              <a:ext cx="3807373" cy="3490091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4A9DD4D-58FB-D858-BB55-8BEBCC7C8780}"/>
                </a:ext>
              </a:extLst>
            </p:cNvPr>
            <p:cNvSpPr txBox="1"/>
            <p:nvPr/>
          </p:nvSpPr>
          <p:spPr>
            <a:xfrm>
              <a:off x="8240840" y="3369438"/>
              <a:ext cx="28405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//</a:t>
              </a: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CB0ECE6-5595-BA03-3E80-CB2D558F7E2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50118" t="6254"/>
          <a:stretch/>
        </p:blipFill>
        <p:spPr>
          <a:xfrm>
            <a:off x="5235467" y="4030837"/>
            <a:ext cx="3610416" cy="282716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E32B22C-1C2E-0A14-85CC-857D5A656A7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9347" t="1596" r="64425" b="92151"/>
          <a:stretch/>
        </p:blipFill>
        <p:spPr>
          <a:xfrm>
            <a:off x="2505326" y="4128116"/>
            <a:ext cx="1061635" cy="17048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BCA03C7-701D-690A-C8E6-B1E0FBB90DF6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69288" t="663" r="15787" b="91582"/>
          <a:stretch/>
        </p:blipFill>
        <p:spPr>
          <a:xfrm>
            <a:off x="6826931" y="4128116"/>
            <a:ext cx="976394" cy="211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269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DB60543-1927-D476-5945-AE2C5DA39647}"/>
              </a:ext>
            </a:extLst>
          </p:cNvPr>
          <p:cNvSpPr txBox="1"/>
          <p:nvPr/>
        </p:nvSpPr>
        <p:spPr>
          <a:xfrm>
            <a:off x="623478" y="7630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F45571-E60B-1AF4-D046-F5F5BC23EF28}"/>
              </a:ext>
            </a:extLst>
          </p:cNvPr>
          <p:cNvSpPr txBox="1"/>
          <p:nvPr/>
        </p:nvSpPr>
        <p:spPr>
          <a:xfrm>
            <a:off x="4979644" y="7630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65D565-8390-711E-C3BC-5080B7B06FCF}"/>
              </a:ext>
            </a:extLst>
          </p:cNvPr>
          <p:cNvSpPr txBox="1"/>
          <p:nvPr/>
        </p:nvSpPr>
        <p:spPr>
          <a:xfrm>
            <a:off x="561486" y="392916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7E76E7F-F68E-BF5F-4930-00E16E40D189}"/>
              </a:ext>
            </a:extLst>
          </p:cNvPr>
          <p:cNvSpPr txBox="1"/>
          <p:nvPr/>
        </p:nvSpPr>
        <p:spPr>
          <a:xfrm>
            <a:off x="4956383" y="3914887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8439C-8B6A-9804-6EB0-A453DC2DFD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365" y="220233"/>
            <a:ext cx="4111017" cy="34785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FE09AE-42E8-86C2-1A31-242350A64C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128" y="3929170"/>
            <a:ext cx="3852419" cy="27517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409BB3-E5AE-E720-BD0D-B2E925F2E7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5832" y="3929169"/>
            <a:ext cx="3852419" cy="2751728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96467D19-96FB-7F36-2826-2F4BA05C519D}"/>
              </a:ext>
            </a:extLst>
          </p:cNvPr>
          <p:cNvGrpSpPr/>
          <p:nvPr/>
        </p:nvGrpSpPr>
        <p:grpSpPr>
          <a:xfrm>
            <a:off x="5315832" y="788786"/>
            <a:ext cx="4925629" cy="2341445"/>
            <a:chOff x="5577481" y="882198"/>
            <a:chExt cx="4925791" cy="221660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F4E2F72-BE59-4BEA-BD37-AFEFCEAC7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77481" y="882198"/>
              <a:ext cx="4925791" cy="2216606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4B7216B-5EA9-417F-1794-59051E154B2A}"/>
                </a:ext>
              </a:extLst>
            </p:cNvPr>
            <p:cNvSpPr txBox="1"/>
            <p:nvPr/>
          </p:nvSpPr>
          <p:spPr>
            <a:xfrm>
              <a:off x="10073827" y="2713632"/>
              <a:ext cx="26481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//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115484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DDB60543-1927-D476-5945-AE2C5DA39647}"/>
              </a:ext>
            </a:extLst>
          </p:cNvPr>
          <p:cNvSpPr txBox="1"/>
          <p:nvPr/>
        </p:nvSpPr>
        <p:spPr>
          <a:xfrm>
            <a:off x="557218" y="85503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F45571-E60B-1AF4-D046-F5F5BC23EF28}"/>
              </a:ext>
            </a:extLst>
          </p:cNvPr>
          <p:cNvSpPr txBox="1"/>
          <p:nvPr/>
        </p:nvSpPr>
        <p:spPr>
          <a:xfrm>
            <a:off x="6186790" y="855033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7A6ED3-1E71-97BE-62B6-94787088F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1640" y="1475171"/>
            <a:ext cx="5470716" cy="39076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3DDE00F-922E-6CEE-3CD0-37FC5B20B3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18" y="1475172"/>
            <a:ext cx="5470714" cy="3907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91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41C9AFCD-864C-C86A-1313-AB530DCFD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630" y="3454318"/>
            <a:ext cx="3386856" cy="299290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46945BC-1D69-5BEE-90FA-ED957546B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1422" y="3454317"/>
            <a:ext cx="3386856" cy="299290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EC0F62A-9C44-1850-AC90-9973A82CEB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7214" y="3429000"/>
            <a:ext cx="3386856" cy="2992908"/>
          </a:xfrm>
          <a:prstGeom prst="rect">
            <a:avLst/>
          </a:prstGeom>
        </p:spPr>
      </p:pic>
      <p:pic>
        <p:nvPicPr>
          <p:cNvPr id="5" name="Content Placeholder 4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047A1739-F1BF-8847-C419-76B5AE71D2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651592" y="247111"/>
            <a:ext cx="4988178" cy="2992907"/>
          </a:xfr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14B196E-5051-C42C-3118-1F93F6A698A1}"/>
              </a:ext>
            </a:extLst>
          </p:cNvPr>
          <p:cNvSpPr txBox="1"/>
          <p:nvPr/>
        </p:nvSpPr>
        <p:spPr>
          <a:xfrm>
            <a:off x="651592" y="47628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D587C3-E0E3-2204-1D33-8DB256A8CC75}"/>
              </a:ext>
            </a:extLst>
          </p:cNvPr>
          <p:cNvSpPr txBox="1"/>
          <p:nvPr/>
        </p:nvSpPr>
        <p:spPr>
          <a:xfrm>
            <a:off x="655923" y="31550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1E20DE-3FFD-3298-345B-EA1A50BA0516}"/>
              </a:ext>
            </a:extLst>
          </p:cNvPr>
          <p:cNvSpPr txBox="1"/>
          <p:nvPr/>
        </p:nvSpPr>
        <p:spPr>
          <a:xfrm>
            <a:off x="5778284" y="47628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A3D7B1-3911-7C67-89D6-E7442028D0BB}"/>
              </a:ext>
            </a:extLst>
          </p:cNvPr>
          <p:cNvSpPr txBox="1"/>
          <p:nvPr/>
        </p:nvSpPr>
        <p:spPr>
          <a:xfrm>
            <a:off x="4110681" y="315509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E83963-500B-2EEA-43C8-7AC81E2FE0E7}"/>
              </a:ext>
            </a:extLst>
          </p:cNvPr>
          <p:cNvSpPr txBox="1"/>
          <p:nvPr/>
        </p:nvSpPr>
        <p:spPr>
          <a:xfrm>
            <a:off x="7430626" y="3155094"/>
            <a:ext cx="296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</a:t>
            </a:r>
          </a:p>
        </p:txBody>
      </p:sp>
      <p:pic>
        <p:nvPicPr>
          <p:cNvPr id="6" name="Picture 5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63E98747-D19E-3A8C-947F-5DF68363C4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6498" y="232294"/>
            <a:ext cx="4988180" cy="2992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641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9B6D78-DC44-D89E-3BEA-10A4586746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r="7207"/>
          <a:stretch/>
        </p:blipFill>
        <p:spPr>
          <a:xfrm>
            <a:off x="771538" y="3289289"/>
            <a:ext cx="7570382" cy="2719448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07B7F7-2F11-5DCA-E116-05C444DFD6D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311"/>
          <a:stretch/>
        </p:blipFill>
        <p:spPr>
          <a:xfrm>
            <a:off x="775252" y="387740"/>
            <a:ext cx="9332844" cy="2585261"/>
          </a:xfrm>
          <a:prstGeom prst="rect">
            <a:avLst/>
          </a:prstGeom>
        </p:spPr>
      </p:pic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5E791DA-B614-57F2-4D31-272F2CC4AE4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2867" t="16448" b="48246"/>
          <a:stretch/>
        </p:blipFill>
        <p:spPr>
          <a:xfrm>
            <a:off x="8893082" y="3395350"/>
            <a:ext cx="1089964" cy="17984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14337-2996-9067-9794-91D0AB6ACE28}"/>
              </a:ext>
            </a:extLst>
          </p:cNvPr>
          <p:cNvSpPr txBox="1"/>
          <p:nvPr/>
        </p:nvSpPr>
        <p:spPr>
          <a:xfrm>
            <a:off x="616688" y="37214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F256D8-DB33-F75D-ABAA-6D3A1FB1BA84}"/>
              </a:ext>
            </a:extLst>
          </p:cNvPr>
          <p:cNvSpPr txBox="1"/>
          <p:nvPr/>
        </p:nvSpPr>
        <p:spPr>
          <a:xfrm>
            <a:off x="616688" y="3209477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DC9B04-9DF2-0086-58BF-DF49BED2F8BB}"/>
              </a:ext>
            </a:extLst>
          </p:cNvPr>
          <p:cNvSpPr txBox="1"/>
          <p:nvPr/>
        </p:nvSpPr>
        <p:spPr>
          <a:xfrm>
            <a:off x="8893082" y="5031382"/>
            <a:ext cx="8671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Modern</a:t>
            </a:r>
          </a:p>
          <a:p>
            <a:r>
              <a:rPr lang="en-US" sz="1400" dirty="0">
                <a:solidFill>
                  <a:srgbClr val="8F582D"/>
                </a:solidFill>
              </a:rPr>
              <a:t>Historical</a:t>
            </a:r>
          </a:p>
        </p:txBody>
      </p:sp>
    </p:spTree>
    <p:extLst>
      <p:ext uri="{BB962C8B-B14F-4D97-AF65-F5344CB8AC3E}">
        <p14:creationId xmlns:p14="http://schemas.microsoft.com/office/powerpoint/2010/main" val="2544891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2DDDA6-7BCB-FA68-A3C6-0F4B4103A9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6320" r="33567"/>
          <a:stretch/>
        </p:blipFill>
        <p:spPr>
          <a:xfrm>
            <a:off x="1304621" y="2307264"/>
            <a:ext cx="3854303" cy="4076343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CFEEC9-05A6-C935-5E74-43CD4331F79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3980"/>
          <a:stretch/>
        </p:blipFill>
        <p:spPr>
          <a:xfrm>
            <a:off x="983512" y="119074"/>
            <a:ext cx="8777177" cy="19131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CC58261-C0FB-D6BD-1564-94025DA921F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405" t="8897" r="20114"/>
          <a:stretch/>
        </p:blipFill>
        <p:spPr>
          <a:xfrm>
            <a:off x="5783730" y="2438948"/>
            <a:ext cx="3397688" cy="3347513"/>
          </a:xfrm>
          <a:prstGeom prst="rect">
            <a:avLst/>
          </a:prstGeom>
        </p:spPr>
      </p:pic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161A2DA3-0E0D-F3A9-9CE1-689AB54496A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2218" t="40309" b="40143"/>
          <a:stretch/>
        </p:blipFill>
        <p:spPr>
          <a:xfrm>
            <a:off x="4829079" y="5528702"/>
            <a:ext cx="2192030" cy="8506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292E943-2BC3-964D-CEED-7DA2A302A9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6567" y="3741882"/>
            <a:ext cx="443466" cy="8869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864B3FD-C9A2-99AC-EF3D-B9351B84827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86089" t="42532" b="34459"/>
          <a:stretch/>
        </p:blipFill>
        <p:spPr>
          <a:xfrm>
            <a:off x="8157306" y="1908039"/>
            <a:ext cx="1711842" cy="53090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9F7D96-11CC-4F55-2902-A73BD1FD0946}"/>
              </a:ext>
            </a:extLst>
          </p:cNvPr>
          <p:cNvSpPr txBox="1"/>
          <p:nvPr/>
        </p:nvSpPr>
        <p:spPr>
          <a:xfrm>
            <a:off x="512979" y="287079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563843-442C-BA45-9C88-49A30134E2F7}"/>
              </a:ext>
            </a:extLst>
          </p:cNvPr>
          <p:cNvSpPr txBox="1"/>
          <p:nvPr/>
        </p:nvSpPr>
        <p:spPr>
          <a:xfrm>
            <a:off x="520995" y="2179674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AAAB65-D436-337D-726C-DE634533AA69}"/>
              </a:ext>
            </a:extLst>
          </p:cNvPr>
          <p:cNvSpPr txBox="1"/>
          <p:nvPr/>
        </p:nvSpPr>
        <p:spPr>
          <a:xfrm>
            <a:off x="5525558" y="21844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697084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755CCE-B27C-AE14-DCA2-0041F6D6E3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4405" t="8897" r="29903" b="14016"/>
          <a:stretch/>
        </p:blipFill>
        <p:spPr>
          <a:xfrm>
            <a:off x="2715445" y="-21477"/>
            <a:ext cx="2494409" cy="2525002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689E001-B0C2-3168-0D07-4CB5ACA9116B}"/>
              </a:ext>
            </a:extLst>
          </p:cNvPr>
          <p:cNvSpPr/>
          <p:nvPr/>
        </p:nvSpPr>
        <p:spPr>
          <a:xfrm>
            <a:off x="5463247" y="120645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876A21-CB8A-4056-CD5D-97B1B2457E14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0E650A1C-2918-617B-6620-427AD2955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6320" r="37049"/>
          <a:stretch/>
        </p:blipFill>
        <p:spPr>
          <a:xfrm>
            <a:off x="9760792" y="722181"/>
            <a:ext cx="1878959" cy="209711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8F8EC1-FFDB-2F17-AC9F-A55E629FAD0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198" b="24639"/>
          <a:stretch/>
        </p:blipFill>
        <p:spPr>
          <a:xfrm>
            <a:off x="2715445" y="3311993"/>
            <a:ext cx="8600276" cy="291050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12D0E41-2B61-D621-FA58-C1DBF3CFE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6779329" y="903099"/>
            <a:ext cx="3195768" cy="1607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8121F3-4533-E166-2BE9-91D6B062BC2E}"/>
              </a:ext>
            </a:extLst>
          </p:cNvPr>
          <p:cNvSpPr txBox="1"/>
          <p:nvPr/>
        </p:nvSpPr>
        <p:spPr>
          <a:xfrm>
            <a:off x="5422606" y="337231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5D5C1F-1C7C-501D-175A-FE25D58F86BF}"/>
              </a:ext>
            </a:extLst>
          </p:cNvPr>
          <p:cNvSpPr txBox="1"/>
          <p:nvPr/>
        </p:nvSpPr>
        <p:spPr>
          <a:xfrm>
            <a:off x="7360733" y="33723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C10130-C3E4-FA81-7B72-6D87362C15BB}"/>
              </a:ext>
            </a:extLst>
          </p:cNvPr>
          <p:cNvSpPr txBox="1"/>
          <p:nvPr/>
        </p:nvSpPr>
        <p:spPr>
          <a:xfrm>
            <a:off x="1913860" y="342900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121346-5F84-6B6D-BDCA-DECB65AEDD0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3983" t="18577" r="19768" b="31757"/>
          <a:stretch/>
        </p:blipFill>
        <p:spPr>
          <a:xfrm rot="5400000">
            <a:off x="5294114" y="919171"/>
            <a:ext cx="2195110" cy="19381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314D40-3FAF-0672-58DA-CE1539B7A72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3980"/>
          <a:stretch/>
        </p:blipFill>
        <p:spPr>
          <a:xfrm>
            <a:off x="2551813" y="2488019"/>
            <a:ext cx="2870793" cy="6257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7B08FA-2EBF-8C0B-86A6-1A61DF39F27C}"/>
              </a:ext>
            </a:extLst>
          </p:cNvPr>
          <p:cNvSpPr txBox="1"/>
          <p:nvPr/>
        </p:nvSpPr>
        <p:spPr>
          <a:xfrm>
            <a:off x="9510010" y="337231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540615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755CCE-B27C-AE14-DCA2-0041F6D6E3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4405" t="8897" r="29903" b="14016"/>
          <a:stretch/>
        </p:blipFill>
        <p:spPr>
          <a:xfrm>
            <a:off x="2359842" y="27627"/>
            <a:ext cx="2401001" cy="2430448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689E001-B0C2-3168-0D07-4CB5ACA9116B}"/>
              </a:ext>
            </a:extLst>
          </p:cNvPr>
          <p:cNvSpPr/>
          <p:nvPr/>
        </p:nvSpPr>
        <p:spPr>
          <a:xfrm>
            <a:off x="3568869" y="1352193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876A21-CB8A-4056-CD5D-97B1B2457E14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0E650A1C-2918-617B-6620-427AD2955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6320" r="37049"/>
          <a:stretch/>
        </p:blipFill>
        <p:spPr>
          <a:xfrm>
            <a:off x="7512515" y="791940"/>
            <a:ext cx="1878959" cy="209711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8F8EC1-FFDB-2F17-AC9F-A55E629FAD0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5198" b="24639"/>
          <a:stretch/>
        </p:blipFill>
        <p:spPr>
          <a:xfrm>
            <a:off x="2293011" y="3613666"/>
            <a:ext cx="7605978" cy="257401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12D0E41-2B61-D621-FA58-C1DBF3CFE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4740622" y="827482"/>
            <a:ext cx="3195768" cy="1607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8121F3-4533-E166-2BE9-91D6B062BC2E}"/>
              </a:ext>
            </a:extLst>
          </p:cNvPr>
          <p:cNvSpPr txBox="1"/>
          <p:nvPr/>
        </p:nvSpPr>
        <p:spPr>
          <a:xfrm>
            <a:off x="5422606" y="337231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5D5C1F-1C7C-501D-175A-FE25D58F86BF}"/>
              </a:ext>
            </a:extLst>
          </p:cNvPr>
          <p:cNvSpPr txBox="1"/>
          <p:nvPr/>
        </p:nvSpPr>
        <p:spPr>
          <a:xfrm>
            <a:off x="7360733" y="3700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C10130-C3E4-FA81-7B72-6D87362C15BB}"/>
              </a:ext>
            </a:extLst>
          </p:cNvPr>
          <p:cNvSpPr txBox="1"/>
          <p:nvPr/>
        </p:nvSpPr>
        <p:spPr>
          <a:xfrm>
            <a:off x="1913860" y="3429000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121346-5F84-6B6D-BDCA-DECB65AEDD0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3983" t="18577" r="19768" b="31757"/>
          <a:stretch/>
        </p:blipFill>
        <p:spPr>
          <a:xfrm rot="5400000">
            <a:off x="3450625" y="1381846"/>
            <a:ext cx="1600921" cy="14134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314D40-3FAF-0672-58DA-CE1539B7A72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r="13980"/>
          <a:stretch/>
        </p:blipFill>
        <p:spPr>
          <a:xfrm>
            <a:off x="2231576" y="2473436"/>
            <a:ext cx="2529267" cy="551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136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689E001-B0C2-3168-0D07-4CB5ACA9116B}"/>
              </a:ext>
            </a:extLst>
          </p:cNvPr>
          <p:cNvSpPr/>
          <p:nvPr/>
        </p:nvSpPr>
        <p:spPr>
          <a:xfrm>
            <a:off x="4938791" y="135362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876A21-CB8A-4056-CD5D-97B1B2457E14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78F8EC1-FFDB-2F17-AC9F-A55E629FAD0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198" b="24639"/>
          <a:stretch/>
        </p:blipFill>
        <p:spPr>
          <a:xfrm>
            <a:off x="2888348" y="4087137"/>
            <a:ext cx="8156688" cy="276038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8121F3-4533-E166-2BE9-91D6B062BC2E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C10130-C3E4-FA81-7B72-6D87362C15BB}"/>
              </a:ext>
            </a:extLst>
          </p:cNvPr>
          <p:cNvSpPr txBox="1"/>
          <p:nvPr/>
        </p:nvSpPr>
        <p:spPr>
          <a:xfrm>
            <a:off x="1913860" y="4010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5C3026C7-D468-596F-B8B4-339E651EADA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873" t="22006" r="29500" b="24477"/>
          <a:stretch/>
        </p:blipFill>
        <p:spPr>
          <a:xfrm>
            <a:off x="2165995" y="524908"/>
            <a:ext cx="2171512" cy="191685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A211CFC-1B76-89E7-1FE4-B25A4B02744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85032" t="46429" r="-273" b="45226"/>
          <a:stretch/>
        </p:blipFill>
        <p:spPr>
          <a:xfrm>
            <a:off x="2340397" y="2491482"/>
            <a:ext cx="696852" cy="381558"/>
          </a:xfrm>
          <a:prstGeom prst="rect">
            <a:avLst/>
          </a:prstGeom>
        </p:spPr>
      </p:pic>
      <p:grpSp>
        <p:nvGrpSpPr>
          <p:cNvPr id="50" name="Group 49">
            <a:extLst>
              <a:ext uri="{FF2B5EF4-FFF2-40B4-BE49-F238E27FC236}">
                <a16:creationId xmlns:a16="http://schemas.microsoft.com/office/drawing/2014/main" id="{52239362-DD8B-E6AB-65FD-123072892F58}"/>
              </a:ext>
            </a:extLst>
          </p:cNvPr>
          <p:cNvGrpSpPr/>
          <p:nvPr/>
        </p:nvGrpSpPr>
        <p:grpSpPr>
          <a:xfrm>
            <a:off x="4465661" y="643351"/>
            <a:ext cx="2332102" cy="2345315"/>
            <a:chOff x="2312959" y="611101"/>
            <a:chExt cx="2332102" cy="234531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1F79ED-08A8-5EF2-F6BD-91C0A90FE983}"/>
                </a:ext>
              </a:extLst>
            </p:cNvPr>
            <p:cNvSpPr txBox="1"/>
            <p:nvPr/>
          </p:nvSpPr>
          <p:spPr>
            <a:xfrm>
              <a:off x="3385219" y="2710195"/>
              <a:ext cx="3481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lon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AFE87AB-92EE-5F54-ECE6-B5954782DC29}"/>
                </a:ext>
              </a:extLst>
            </p:cNvPr>
            <p:cNvSpPr txBox="1"/>
            <p:nvPr/>
          </p:nvSpPr>
          <p:spPr>
            <a:xfrm rot="16200000">
              <a:off x="2277212" y="1537537"/>
              <a:ext cx="31771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lat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18935300-6974-2CF9-5026-55DCE8D1EE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491" t="24651" r="38184" b="18438"/>
            <a:stretch/>
          </p:blipFill>
          <p:spPr>
            <a:xfrm>
              <a:off x="2473549" y="611101"/>
              <a:ext cx="2171512" cy="2099094"/>
            </a:xfrm>
            <a:prstGeom prst="rect">
              <a:avLst/>
            </a:prstGeom>
          </p:spPr>
        </p:pic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7AAD69E0-A6E1-9E04-CC84-88610BA356D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101"/>
          <a:stretch/>
        </p:blipFill>
        <p:spPr>
          <a:xfrm>
            <a:off x="2115021" y="2953077"/>
            <a:ext cx="4774598" cy="1124774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4DD73BA9-73C8-3B0E-7AC4-2B4AB0070B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41716" y="2207537"/>
            <a:ext cx="1249807" cy="781129"/>
          </a:xfrm>
          <a:prstGeom prst="rect">
            <a:avLst/>
          </a:prstGeom>
        </p:spPr>
      </p:pic>
      <p:pic>
        <p:nvPicPr>
          <p:cNvPr id="1055" name="Picture 1054">
            <a:extLst>
              <a:ext uri="{FF2B5EF4-FFF2-40B4-BE49-F238E27FC236}">
                <a16:creationId xmlns:a16="http://schemas.microsoft.com/office/drawing/2014/main" id="{DDC233DB-B203-EA34-F779-BA914610B4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4183" y="547438"/>
            <a:ext cx="4233897" cy="2116949"/>
          </a:xfrm>
          <a:prstGeom prst="rect">
            <a:avLst/>
          </a:prstGeom>
        </p:spPr>
      </p:pic>
      <p:pic>
        <p:nvPicPr>
          <p:cNvPr id="1073" name="Picture 1072">
            <a:extLst>
              <a:ext uri="{FF2B5EF4-FFF2-40B4-BE49-F238E27FC236}">
                <a16:creationId xmlns:a16="http://schemas.microsoft.com/office/drawing/2014/main" id="{CF71893B-00AF-7FF2-8273-B38C4B743E8E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12903" t="24824" r="7157"/>
          <a:stretch/>
        </p:blipFill>
        <p:spPr>
          <a:xfrm>
            <a:off x="7536773" y="2667157"/>
            <a:ext cx="3857446" cy="1410694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E2814432-C3DD-F995-2E32-8E71AD0EA2A3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39060" t="4681" r="31336" b="86103"/>
          <a:stretch/>
        </p:blipFill>
        <p:spPr>
          <a:xfrm>
            <a:off x="8873437" y="2546671"/>
            <a:ext cx="1319917" cy="159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7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3C46B-3DA6-F16F-A7A5-D6F96519B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A472B79F-4A91-68B3-BFB1-23DF408CDF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342" b="6669"/>
          <a:stretch/>
        </p:blipFill>
        <p:spPr>
          <a:xfrm>
            <a:off x="7335240" y="2616902"/>
            <a:ext cx="4396307" cy="131627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280CA9-ECD2-EF8E-9CA4-DF728C88AA8D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27EEA3C5-125C-15E3-CB78-8F036DBDD9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053" b="4484"/>
          <a:stretch/>
        </p:blipFill>
        <p:spPr>
          <a:xfrm>
            <a:off x="7319874" y="578972"/>
            <a:ext cx="4427041" cy="1988457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D189A3A3-C9D4-2DE5-043E-875920D93B2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0561" t="4681" r="46634" b="88181"/>
          <a:stretch/>
        </p:blipFill>
        <p:spPr>
          <a:xfrm>
            <a:off x="11081185" y="3505829"/>
            <a:ext cx="570884" cy="1237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A9FF6F-0417-984A-9B5B-1869B8895AF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4355" t="5126" r="32311" b="88561"/>
          <a:stretch/>
        </p:blipFill>
        <p:spPr>
          <a:xfrm>
            <a:off x="11081185" y="3650469"/>
            <a:ext cx="594489" cy="10945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731CBB-AE74-FDF8-D5A5-33E3ED1CC28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8618" t="29698" r="51308" b="27623"/>
          <a:stretch/>
        </p:blipFill>
        <p:spPr>
          <a:xfrm>
            <a:off x="11353747" y="2005751"/>
            <a:ext cx="125905" cy="33337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766E1B8-FA64-739A-C458-C72434E56F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9986" t="29698" r="64637" b="27623"/>
          <a:stretch/>
        </p:blipFill>
        <p:spPr>
          <a:xfrm>
            <a:off x="11476024" y="2005751"/>
            <a:ext cx="192185" cy="33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867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3C46B-3DA6-F16F-A7A5-D6F96519B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13C1BF4-649C-4C49-9F44-9B65E692D0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4402"/>
          <a:stretch/>
        </p:blipFill>
        <p:spPr>
          <a:xfrm>
            <a:off x="7312937" y="551939"/>
            <a:ext cx="4443249" cy="20990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41A7E1-699B-A740-9AE3-F578C24F3A9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4206"/>
          <a:stretch/>
        </p:blipFill>
        <p:spPr>
          <a:xfrm>
            <a:off x="7312937" y="2557116"/>
            <a:ext cx="4443249" cy="1482461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3A334F0-207F-284F-164D-8B8DAAE6117C}"/>
              </a:ext>
            </a:extLst>
          </p:cNvPr>
          <p:cNvSpPr/>
          <p:nvPr/>
        </p:nvSpPr>
        <p:spPr>
          <a:xfrm>
            <a:off x="4938791" y="135362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06D00-A8AE-4BD9-CFA6-0DC8DF6E38A0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280CA9-ECD2-EF8E-9CA4-DF728C88AA8D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D2DB7E-6802-ACC3-9EAC-AB38D2CF8AAD}"/>
              </a:ext>
            </a:extLst>
          </p:cNvPr>
          <p:cNvSpPr txBox="1"/>
          <p:nvPr/>
        </p:nvSpPr>
        <p:spPr>
          <a:xfrm>
            <a:off x="1913860" y="4010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224C0D2-0091-ABB8-235F-69FC3CBCA8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6491" t="24651" r="38184" b="18438"/>
          <a:stretch/>
        </p:blipFill>
        <p:spPr>
          <a:xfrm>
            <a:off x="4663697" y="743784"/>
            <a:ext cx="2222297" cy="214818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BF9222C-90AA-809A-3FD6-B4A4C1C6E7F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0023" b="29958"/>
          <a:stretch/>
        </p:blipFill>
        <p:spPr>
          <a:xfrm>
            <a:off x="2340397" y="4132789"/>
            <a:ext cx="9418983" cy="2650113"/>
          </a:xfrm>
          <a:prstGeom prst="rect">
            <a:avLst/>
          </a:prstGeom>
        </p:spPr>
      </p:pic>
      <p:pic>
        <p:nvPicPr>
          <p:cNvPr id="1074" name="Picture 1073">
            <a:extLst>
              <a:ext uri="{FF2B5EF4-FFF2-40B4-BE49-F238E27FC236}">
                <a16:creationId xmlns:a16="http://schemas.microsoft.com/office/drawing/2014/main" id="{D189A3A3-C9D4-2DE5-043E-875920D93B28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561" t="4681" r="46634" b="88181"/>
          <a:stretch/>
        </p:blipFill>
        <p:spPr>
          <a:xfrm>
            <a:off x="11081185" y="3505829"/>
            <a:ext cx="570884" cy="12376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A9FF6F-0417-984A-9B5B-1869B8895AF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4355" t="5126" r="32311" b="88561"/>
          <a:stretch/>
        </p:blipFill>
        <p:spPr>
          <a:xfrm>
            <a:off x="11081185" y="3650469"/>
            <a:ext cx="594489" cy="10945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731CBB-AE74-FDF8-D5A5-33E3ED1CC28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8618" t="29698" r="51308" b="27623"/>
          <a:stretch/>
        </p:blipFill>
        <p:spPr>
          <a:xfrm>
            <a:off x="11353747" y="2005751"/>
            <a:ext cx="125905" cy="33337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766E1B8-FA64-739A-C458-C72434E56F1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9986" t="29698" r="64637" b="27623"/>
          <a:stretch/>
        </p:blipFill>
        <p:spPr>
          <a:xfrm>
            <a:off x="11476024" y="2005751"/>
            <a:ext cx="192185" cy="333376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952380D-04B2-0041-B46A-315DCDE67F62}"/>
              </a:ext>
            </a:extLst>
          </p:cNvPr>
          <p:cNvGrpSpPr/>
          <p:nvPr/>
        </p:nvGrpSpPr>
        <p:grpSpPr>
          <a:xfrm>
            <a:off x="2115021" y="2953077"/>
            <a:ext cx="4774598" cy="1124774"/>
            <a:chOff x="2115021" y="2953077"/>
            <a:chExt cx="4774598" cy="1124774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94BA06C-30F5-37EE-6775-684772B683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15101"/>
            <a:stretch/>
          </p:blipFill>
          <p:spPr>
            <a:xfrm>
              <a:off x="2115021" y="2953077"/>
              <a:ext cx="4774598" cy="1124774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CA0D7CA3-6545-8C42-A326-1DF82CDF8921}"/>
                </a:ext>
              </a:extLst>
            </p:cNvPr>
            <p:cNvSpPr txBox="1"/>
            <p:nvPr/>
          </p:nvSpPr>
          <p:spPr>
            <a:xfrm>
              <a:off x="4394200" y="3700866"/>
              <a:ext cx="25443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//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CAD46AC0-E7A7-E44D-BA4E-38D57D4C8C1C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11758" t="20535" r="27339" b="19826"/>
          <a:stretch/>
        </p:blipFill>
        <p:spPr>
          <a:xfrm>
            <a:off x="2115021" y="717930"/>
            <a:ext cx="2171391" cy="212635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6321C0A-50A3-9B48-A05C-E2035E21FEA6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78472" t="45714" b="45595"/>
          <a:stretch/>
        </p:blipFill>
        <p:spPr>
          <a:xfrm>
            <a:off x="2152362" y="2651033"/>
            <a:ext cx="872432" cy="352199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CC64F560-5301-3D90-6FDC-FBFDC755BB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50" y="2350288"/>
            <a:ext cx="1249807" cy="78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238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24170-5334-C3B9-A112-597551D80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99C5D3D-300F-B361-DF74-4FC144954EC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1097" t="21918" r="31579" b="22038"/>
          <a:stretch/>
        </p:blipFill>
        <p:spPr>
          <a:xfrm>
            <a:off x="2136519" y="657858"/>
            <a:ext cx="2131373" cy="2083735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80CCFB5-5B2D-3F74-9A40-2C36A80A9D37}"/>
              </a:ext>
            </a:extLst>
          </p:cNvPr>
          <p:cNvSpPr/>
          <p:nvPr/>
        </p:nvSpPr>
        <p:spPr>
          <a:xfrm>
            <a:off x="4938791" y="1353622"/>
            <a:ext cx="1191974" cy="1128574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878AC-CC66-1853-3FE1-03A6B84CD8E8}"/>
              </a:ext>
            </a:extLst>
          </p:cNvPr>
          <p:cNvSpPr txBox="1"/>
          <p:nvPr/>
        </p:nvSpPr>
        <p:spPr>
          <a:xfrm>
            <a:off x="1913860" y="340242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A35F65-2066-6313-BE24-12160BDBFAE4}"/>
              </a:ext>
            </a:extLst>
          </p:cNvPr>
          <p:cNvSpPr txBox="1"/>
          <p:nvPr/>
        </p:nvSpPr>
        <p:spPr>
          <a:xfrm>
            <a:off x="6871624" y="340242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F2985E-0D55-E0AD-7CE1-51D1EC967E0D}"/>
              </a:ext>
            </a:extLst>
          </p:cNvPr>
          <p:cNvSpPr txBox="1"/>
          <p:nvPr/>
        </p:nvSpPr>
        <p:spPr>
          <a:xfrm>
            <a:off x="1913860" y="401031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22E4FD1-1C0A-30BC-953B-D0022367E0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023" b="29958"/>
          <a:stretch/>
        </p:blipFill>
        <p:spPr>
          <a:xfrm>
            <a:off x="2340397" y="4132789"/>
            <a:ext cx="9418983" cy="2650113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951E2DD6-C58E-A643-8C7F-6BBF8D7C0512}"/>
              </a:ext>
            </a:extLst>
          </p:cNvPr>
          <p:cNvGrpSpPr/>
          <p:nvPr/>
        </p:nvGrpSpPr>
        <p:grpSpPr>
          <a:xfrm>
            <a:off x="2174735" y="2905279"/>
            <a:ext cx="4740025" cy="1120344"/>
            <a:chOff x="2256238" y="2912639"/>
            <a:chExt cx="4740025" cy="11203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E1B9EC3-3A75-1718-58E1-5E4A7DFBC8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15383"/>
            <a:stretch/>
          </p:blipFill>
          <p:spPr>
            <a:xfrm>
              <a:off x="2256238" y="2912639"/>
              <a:ext cx="4740025" cy="11203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F3C37F1-3601-6549-B34D-9A2A83715FB6}"/>
                </a:ext>
              </a:extLst>
            </p:cNvPr>
            <p:cNvSpPr txBox="1"/>
            <p:nvPr/>
          </p:nvSpPr>
          <p:spPr>
            <a:xfrm>
              <a:off x="4527609" y="3652202"/>
              <a:ext cx="25443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//</a:t>
              </a:r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913C1BF4-649C-4C49-9F44-9B65E692D08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24402"/>
          <a:stretch/>
        </p:blipFill>
        <p:spPr>
          <a:xfrm>
            <a:off x="7162421" y="522681"/>
            <a:ext cx="4443249" cy="209909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841A7E1-699B-A740-9AE3-F578C24F3A9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4206"/>
          <a:stretch/>
        </p:blipFill>
        <p:spPr>
          <a:xfrm>
            <a:off x="7162421" y="2527858"/>
            <a:ext cx="4443249" cy="148246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89A3A3-C9D4-2DE5-043E-875920D93B28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0561" t="4681" r="46634" b="88181"/>
          <a:stretch/>
        </p:blipFill>
        <p:spPr>
          <a:xfrm>
            <a:off x="10930669" y="3476571"/>
            <a:ext cx="570884" cy="12376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2A9FF6F-0417-984A-9B5B-1869B8895AF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54355" t="5126" r="32311" b="88561"/>
          <a:stretch/>
        </p:blipFill>
        <p:spPr>
          <a:xfrm>
            <a:off x="10930669" y="3621211"/>
            <a:ext cx="594489" cy="10945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0731CBB-AE74-FDF8-D5A5-33E3ED1CC28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38618" t="29698" r="51308" b="27623"/>
          <a:stretch/>
        </p:blipFill>
        <p:spPr>
          <a:xfrm>
            <a:off x="11203231" y="1976493"/>
            <a:ext cx="125905" cy="33337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766E1B8-FA64-739A-C458-C72434E56F1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986" t="29698" r="64637" b="27623"/>
          <a:stretch/>
        </p:blipFill>
        <p:spPr>
          <a:xfrm>
            <a:off x="11325508" y="1976493"/>
            <a:ext cx="192185" cy="3333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446A6EA-F0BC-E4AF-F5A9-90471659224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25255" t="26759" r="37762" b="18625"/>
          <a:stretch/>
        </p:blipFill>
        <p:spPr>
          <a:xfrm>
            <a:off x="4491525" y="698461"/>
            <a:ext cx="2386223" cy="21143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9755F1-62A6-5504-4025-3DC79D69E19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72700" y="2331181"/>
            <a:ext cx="1115841" cy="6974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02830B-F0E2-0F68-DBDF-72F3BD91A8C1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78558" t="45704" r="148" b="45687"/>
          <a:stretch/>
        </p:blipFill>
        <p:spPr>
          <a:xfrm>
            <a:off x="2221958" y="2546981"/>
            <a:ext cx="913465" cy="36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991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c318972-60f5-4afa-98f6-c19520574e57" xsi:nil="true"/>
    <lcf76f155ced4ddcb4097134ff3c332f xmlns="ac5dfaab-0878-459b-b0b1-00a629eabd85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FE6439232332249822FBB3717BF308A" ma:contentTypeVersion="15" ma:contentTypeDescription="Create a new document." ma:contentTypeScope="" ma:versionID="701781068bddb0acf2f4ccc9e7a6a799">
  <xsd:schema xmlns:xsd="http://www.w3.org/2001/XMLSchema" xmlns:xs="http://www.w3.org/2001/XMLSchema" xmlns:p="http://schemas.microsoft.com/office/2006/metadata/properties" xmlns:ns2="ac5dfaab-0878-459b-b0b1-00a629eabd85" xmlns:ns3="4c318972-60f5-4afa-98f6-c19520574e57" targetNamespace="http://schemas.microsoft.com/office/2006/metadata/properties" ma:root="true" ma:fieldsID="1e97419e04d06508345b0a854171ee4d" ns2:_="" ns3:_="">
    <xsd:import namespace="ac5dfaab-0878-459b-b0b1-00a629eabd85"/>
    <xsd:import namespace="4c318972-60f5-4afa-98f6-c19520574e5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5dfaab-0878-459b-b0b1-00a629eabd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79a89b1-2c2c-4f7f-9bd7-7914fb13a02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318972-60f5-4afa-98f6-c19520574e57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7" nillable="true" ma:displayName="Taxonomy Catch All Column" ma:hidden="true" ma:list="{b0052e06-4aa5-4288-809d-4048ac8df144}" ma:internalName="TaxCatchAll" ma:showField="CatchAllData" ma:web="4c318972-60f5-4afa-98f6-c19520574e5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6564D8D-6CAA-45DD-B2E6-6B9B67D9E68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579B129-5F64-4169-A8A6-BBD9F9947508}">
  <ds:schemaRefs>
    <ds:schemaRef ds:uri="http://schemas.microsoft.com/office/2006/metadata/properties"/>
    <ds:schemaRef ds:uri="http://schemas.microsoft.com/office/infopath/2007/PartnerControls"/>
    <ds:schemaRef ds:uri="4c318972-60f5-4afa-98f6-c19520574e57"/>
    <ds:schemaRef ds:uri="ac5dfaab-0878-459b-b0b1-00a629eabd85"/>
  </ds:schemaRefs>
</ds:datastoreItem>
</file>

<file path=customXml/itemProps3.xml><?xml version="1.0" encoding="utf-8"?>
<ds:datastoreItem xmlns:ds="http://schemas.openxmlformats.org/officeDocument/2006/customXml" ds:itemID="{99549F9B-1475-4ADC-97CC-10031B869B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c5dfaab-0878-459b-b0b1-00a629eabd85"/>
    <ds:schemaRef ds:uri="4c318972-60f5-4afa-98f6-c19520574e5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33873</TotalTime>
  <Words>47</Words>
  <Application>Microsoft Macintosh PowerPoint</Application>
  <PresentationFormat>Widescreen</PresentationFormat>
  <Paragraphs>47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Cui, Jiajun</dc:creator>
  <cp:lastModifiedBy>Cui, Jiajun</cp:lastModifiedBy>
  <cp:revision>64</cp:revision>
  <dcterms:created xsi:type="dcterms:W3CDTF">2025-05-07T01:06:08Z</dcterms:created>
  <dcterms:modified xsi:type="dcterms:W3CDTF">2025-10-10T11:55:53Z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0x0101009FE6439232332249822FBB3717BF308A</vt:lpwstr>
  </property>
</Properties>
</file>
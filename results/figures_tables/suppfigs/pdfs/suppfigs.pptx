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352" r:id="rId5"/>
    <p:sldId id="353" r:id="rId6"/>
    <p:sldId id="339" r:id="rId7"/>
    <p:sldId id="340" r:id="rId8"/>
    <p:sldId id="349" r:id="rId9"/>
    <p:sldId id="350" r:id="rId10"/>
    <p:sldId id="354" r:id="rId11"/>
    <p:sldId id="356" r:id="rId12"/>
    <p:sldId id="35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7030"/>
  </p:normalViewPr>
  <p:slideViewPr>
    <p:cSldViewPr snapToGrid="0">
      <p:cViewPr varScale="1">
        <p:scale>
          <a:sx n="109" d="100"/>
          <a:sy n="109" d="100"/>
        </p:scale>
        <p:origin x="12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emf"/><Relationship Id="rId3" Type="http://schemas.openxmlformats.org/officeDocument/2006/relationships/image" Target="../media/image16.emf"/><Relationship Id="rId7" Type="http://schemas.openxmlformats.org/officeDocument/2006/relationships/image" Target="../media/image20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10" Type="http://schemas.openxmlformats.org/officeDocument/2006/relationships/image" Target="../media/image23.emf"/><Relationship Id="rId4" Type="http://schemas.openxmlformats.org/officeDocument/2006/relationships/image" Target="../media/image17.emf"/><Relationship Id="rId9" Type="http://schemas.openxmlformats.org/officeDocument/2006/relationships/image" Target="../media/image22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25.emf"/><Relationship Id="rId7" Type="http://schemas.openxmlformats.org/officeDocument/2006/relationships/image" Target="../media/image1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emf"/><Relationship Id="rId11" Type="http://schemas.openxmlformats.org/officeDocument/2006/relationships/image" Target="../media/image31.emf"/><Relationship Id="rId5" Type="http://schemas.openxmlformats.org/officeDocument/2006/relationships/image" Target="../media/image27.emf"/><Relationship Id="rId10" Type="http://schemas.openxmlformats.org/officeDocument/2006/relationships/image" Target="../media/image30.emf"/><Relationship Id="rId4" Type="http://schemas.openxmlformats.org/officeDocument/2006/relationships/image" Target="../media/image26.emf"/><Relationship Id="rId9" Type="http://schemas.openxmlformats.org/officeDocument/2006/relationships/image" Target="../media/image29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24.emf"/><Relationship Id="rId7" Type="http://schemas.openxmlformats.org/officeDocument/2006/relationships/image" Target="../media/image19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emf"/><Relationship Id="rId11" Type="http://schemas.openxmlformats.org/officeDocument/2006/relationships/image" Target="../media/image31.emf"/><Relationship Id="rId5" Type="http://schemas.openxmlformats.org/officeDocument/2006/relationships/image" Target="../media/image27.emf"/><Relationship Id="rId10" Type="http://schemas.openxmlformats.org/officeDocument/2006/relationships/image" Target="../media/image30.emf"/><Relationship Id="rId4" Type="http://schemas.openxmlformats.org/officeDocument/2006/relationships/image" Target="../media/image26.emf"/><Relationship Id="rId9" Type="http://schemas.openxmlformats.org/officeDocument/2006/relationships/image" Target="../media/image29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8AAA8C3-5114-82BB-2CD5-5E2FEA2D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494" y="829528"/>
            <a:ext cx="5203212" cy="23414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1C55F0-2CAD-5F52-AEB5-811D6C82C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28" y="260975"/>
            <a:ext cx="4111017" cy="347855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FE09AE-42E8-86C2-1A31-242350A64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774" y="3924194"/>
            <a:ext cx="3852419" cy="27517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409BB3-E5AE-E720-BD0D-B2E925F2E7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113" y="3914887"/>
            <a:ext cx="3852419" cy="275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548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557218" y="85503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6186790" y="855033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7A6ED3-1E71-97BE-62B6-94787088F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640" y="1475171"/>
            <a:ext cx="5470716" cy="39076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DDE00F-922E-6CEE-3CD0-37FC5B20B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8" y="1475172"/>
            <a:ext cx="5470714" cy="390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91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41C9AFCD-864C-C86A-1313-AB530DCFD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30" y="3454318"/>
            <a:ext cx="3386856" cy="299290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46945BC-1D69-5BEE-90FA-ED957546B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422" y="3454317"/>
            <a:ext cx="3386856" cy="299290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EC0F62A-9C44-1850-AC90-9973A82CE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214" y="3429000"/>
            <a:ext cx="3386856" cy="2992908"/>
          </a:xfrm>
          <a:prstGeom prst="rect">
            <a:avLst/>
          </a:prstGeom>
        </p:spPr>
      </p:pic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3E98747-D19E-3A8C-947F-5DF68363C4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6498" y="232294"/>
            <a:ext cx="4988180" cy="29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810D61-91BE-B2E0-6040-484F64D2AA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689"/>
          <a:stretch/>
        </p:blipFill>
        <p:spPr>
          <a:xfrm>
            <a:off x="854828" y="683548"/>
            <a:ext cx="9332844" cy="2595643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2867" t="16448" b="48246"/>
          <a:stretch/>
        </p:blipFill>
        <p:spPr>
          <a:xfrm>
            <a:off x="9097708" y="3578809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9047932" y="5197097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286F18-6814-1241-AAFB-C7AF711B11E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013"/>
          <a:stretch/>
        </p:blipFill>
        <p:spPr>
          <a:xfrm>
            <a:off x="854828" y="3616055"/>
            <a:ext cx="8033348" cy="287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02"/>
          <a:stretch/>
        </p:blipFill>
        <p:spPr>
          <a:xfrm>
            <a:off x="7312937" y="551939"/>
            <a:ext cx="4443249" cy="20990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06"/>
          <a:stretch/>
        </p:blipFill>
        <p:spPr>
          <a:xfrm>
            <a:off x="7312937" y="2557116"/>
            <a:ext cx="4443249" cy="1482461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3A334F0-207F-284F-164D-8B8DAAE6117C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06D00-A8AE-4BD9-CFA6-0DC8DF6E38A0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2DB7E-6802-ACC3-9EAC-AB38D2CF8AA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224C0D2-0091-ABB8-235F-69FC3CBCA8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491" t="24651" r="38184" b="18438"/>
          <a:stretch/>
        </p:blipFill>
        <p:spPr>
          <a:xfrm>
            <a:off x="4663697" y="743784"/>
            <a:ext cx="2222297" cy="21481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F9222C-90AA-809A-3FD6-B4A4C1C6E7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2380D-04B2-0041-B46A-315DCDE67F62}"/>
              </a:ext>
            </a:extLst>
          </p:cNvPr>
          <p:cNvGrpSpPr/>
          <p:nvPr/>
        </p:nvGrpSpPr>
        <p:grpSpPr>
          <a:xfrm>
            <a:off x="2115021" y="2953077"/>
            <a:ext cx="4774598" cy="1124774"/>
            <a:chOff x="2115021" y="2953077"/>
            <a:chExt cx="4774598" cy="11247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94BA06C-30F5-37EE-6775-684772B683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15101"/>
            <a:stretch/>
          </p:blipFill>
          <p:spPr>
            <a:xfrm>
              <a:off x="2115021" y="2953077"/>
              <a:ext cx="4774598" cy="1124774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A0D7CA3-6545-8C42-A326-1DF82CDF8921}"/>
                </a:ext>
              </a:extLst>
            </p:cNvPr>
            <p:cNvSpPr txBox="1"/>
            <p:nvPr/>
          </p:nvSpPr>
          <p:spPr>
            <a:xfrm>
              <a:off x="4394200" y="3700866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1758" t="20535" r="27339" b="19826"/>
          <a:stretch/>
        </p:blipFill>
        <p:spPr>
          <a:xfrm>
            <a:off x="2115021" y="717930"/>
            <a:ext cx="2171391" cy="21263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8472" t="45714" b="45595"/>
          <a:stretch/>
        </p:blipFill>
        <p:spPr>
          <a:xfrm>
            <a:off x="2152362" y="2651033"/>
            <a:ext cx="872432" cy="3521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C64F560-5301-3D90-6FDC-FBFDC755BB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50" y="2350288"/>
            <a:ext cx="1249807" cy="7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38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E2ACE7A-FDE0-8E92-6C4C-0818564469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9737" b="29809"/>
          <a:stretch/>
        </p:blipFill>
        <p:spPr>
          <a:xfrm>
            <a:off x="2361648" y="4118237"/>
            <a:ext cx="9418983" cy="2673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9C5D3D-300F-B361-DF74-4FC144954E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097" t="21918" r="31579" b="22038"/>
          <a:stretch/>
        </p:blipFill>
        <p:spPr>
          <a:xfrm>
            <a:off x="2136519" y="657858"/>
            <a:ext cx="2131373" cy="2083735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2700" y="2331181"/>
            <a:ext cx="1115841" cy="6974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02830B-F0E2-0F68-DBDF-72F3BD91A8C1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558" t="45704" r="148" b="45687"/>
          <a:stretch/>
        </p:blipFill>
        <p:spPr>
          <a:xfrm>
            <a:off x="2221958" y="2546981"/>
            <a:ext cx="913465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99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AF7A-5974-9085-19C1-CC1C9C12A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46 53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A8DC7-1C5F-21FF-DDCF-1E985509C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7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2704BC4-22E6-AD40-5C69-3184E71070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981" t="22319" r="30883" b="22754"/>
          <a:stretch/>
        </p:blipFill>
        <p:spPr>
          <a:xfrm>
            <a:off x="2097538" y="657859"/>
            <a:ext cx="2205430" cy="20837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2ACE7A-FDE0-8E92-6C4C-081856446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9737" b="29809"/>
          <a:stretch/>
        </p:blipFill>
        <p:spPr>
          <a:xfrm>
            <a:off x="2361648" y="4118237"/>
            <a:ext cx="9418983" cy="2673127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7281" y="2323905"/>
            <a:ext cx="1115841" cy="6974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02830B-F0E2-0F68-DBDF-72F3BD91A8C1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558" t="45704" r="148" b="45687"/>
          <a:stretch/>
        </p:blipFill>
        <p:spPr>
          <a:xfrm>
            <a:off x="2221958" y="2546981"/>
            <a:ext cx="913465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44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C1B4F-DF7D-ED21-95F1-3FBF75620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88786-B034-232F-9439-2A812D652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36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3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35071</TotalTime>
  <Words>29</Words>
  <Application>Microsoft Macintosh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46 53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69</cp:revision>
  <dcterms:created xsi:type="dcterms:W3CDTF">2025-05-07T01:06:08Z</dcterms:created>
  <dcterms:modified xsi:type="dcterms:W3CDTF">2025-10-22T11:03:17Z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
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352" r:id="rId5"/>
    <p:sldId id="353" r:id="rId6"/>
    <p:sldId id="339" r:id="rId7"/>
    <p:sldId id="340" r:id="rId8"/>
    <p:sldId id="349" r:id="rId9"/>
    <p:sldId id="35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582D"/>
    <a:srgbClr val="A6631A"/>
    <a:srgbClr val="1A9E77"/>
    <a:srgbClr val="B21A2A"/>
    <a:srgbClr val="2165AC"/>
    <a:srgbClr val="969696"/>
    <a:srgbClr val="FAD42A"/>
    <a:srgbClr val="801033"/>
    <a:srgbClr val="638CCD"/>
    <a:srgbClr val="F7D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04"/>
    <p:restoredTop sz="97030"/>
  </p:normalViewPr>
  <p:slideViewPr>
    <p:cSldViewPr snapToGrid="0">
      <p:cViewPr varScale="1">
        <p:scale>
          <a:sx n="155" d="100"/>
          <a:sy n="155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5EFEB-AEDE-FC4C-BD98-BCAAA9CB9605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D9B3D-DECE-ED40-8634-CBD0E42E6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A81-3B7B-6E2F-A600-DCF07748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D7049-422A-44F8-77DD-27AD86FB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F128-AF90-4D58-4EDF-E7515E0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FCA9-5E26-6F7B-AD11-14072764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E6C9-4C1E-1FE2-9A4E-279278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F1EA-8B3B-B391-552C-F2CD3C8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7157-0267-D8B0-D17F-3EFD4879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8608-5070-32E4-9F49-4F2173F9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829D-7E0F-25DD-AA02-46BC2155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8-2F55-3A2A-DFC0-7C48920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7A5-CF26-510A-C69D-9C6C69A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9F3C-F877-7B36-DBB5-491646A1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EB3A-5857-C568-21F8-90F3FEA3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A15-1B4B-7293-49E1-DD87C59F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1632-FFB5-3FCB-5C0D-404989B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010-BD28-361E-FCEC-2325D15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A6A7F-7EAF-7DD5-7FBC-4DDB0A10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F4BA-9168-A816-8307-3B928262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E485-8082-E649-9905-88D7235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5551-FFE2-8DD3-3027-CA0B5671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789E-E2B6-CD8B-8F1E-E0B1DAE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C02-EBB4-42AC-EF55-044CF6F6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730A-E075-CC89-23A7-19C9059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6E34-6D2C-31DF-BC50-C4E171659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92E2-2FD1-F59E-157F-8B49F352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65A91-40B3-9CBA-CD79-EF3A02AD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CA158-3B70-BC81-273B-C15AE150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6589-B9B3-A176-177C-A2C85DC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2F30E-6273-F1D2-4478-9131C8E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45D-8BA3-59AF-04F1-5710D36C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F3FF9-8088-A6DD-7962-A9E3788E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0288A-E4B4-B24E-0A35-5266E13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E723-DF76-B1B7-0F89-274032EE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88417-2ABB-37CE-A4A1-84947E83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8118-DC53-53CE-F03B-A4AE19A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13F05-2A30-C34A-B3F2-F16299CC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F187-FCBC-E725-4B0C-AE6E36A9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5D5C-47AF-039B-2EB4-A9681E45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6BC0-6A4A-0EF5-95E1-9A000019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002FA-2E19-C1AB-CC13-11E3332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EA419-2A32-9D76-85B7-FA3DFE4B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3947-A6E7-8B91-99F4-E81937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B16-41E6-9BCD-1EC3-C987A410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82609-96B2-C863-0791-E60845970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D966D-D18B-79C4-86DB-7BE80F2D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B08-E314-ED5A-53A9-E1ED34F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48FDB-0544-8056-A759-787E21C4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885E-9F4D-A920-7A08-9F50AAC2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24A-8DF0-B09F-386B-A1032E68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6D5B-3D7C-39E1-8FAA-FD6E3CDA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52EC-56B5-8C93-CF17-D968516D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21E3-4444-4D13-F08E-2DCD13E5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AC7-340E-1666-C5AC-F2DA515C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B9370-4558-1CEF-C942-29821EDE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6EAA-4F92-70E5-C734-8AE2DC83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6F85-2196-2DE1-15E2-AEEA6C2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223F-A73C-A41A-0052-25A1F4A1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6A7E-FEF9-5D15-0AB4-A2D292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21355-44D8-295F-2E9A-AB1B356B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2E88-D13D-61D1-238C-E702D6A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060-D92B-FA29-A28B-C60AA6535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BC11-4237-A549-BB53-4707F8654146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83C-F0E4-9ECF-8FF2-AB528BC08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47F2-26B3-9504-9459-6C7DC166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10" Type="http://schemas.openxmlformats.org/officeDocument/2006/relationships/image" Target="../media/image23.emf"/><Relationship Id="rId4" Type="http://schemas.openxmlformats.org/officeDocument/2006/relationships/image" Target="../media/image17.emf"/><Relationship Id="rId9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25.emf"/><Relationship Id="rId7" Type="http://schemas.openxmlformats.org/officeDocument/2006/relationships/image" Target="../media/image1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11" Type="http://schemas.openxmlformats.org/officeDocument/2006/relationships/image" Target="../media/image31.emf"/><Relationship Id="rId5" Type="http://schemas.openxmlformats.org/officeDocument/2006/relationships/image" Target="../media/image27.emf"/><Relationship Id="rId10" Type="http://schemas.openxmlformats.org/officeDocument/2006/relationships/image" Target="../media/image30.emf"/><Relationship Id="rId4" Type="http://schemas.openxmlformats.org/officeDocument/2006/relationships/image" Target="../media/image26.emf"/><Relationship Id="rId9" Type="http://schemas.openxmlformats.org/officeDocument/2006/relationships/image" Target="../media/image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AAA8C3-5114-82BB-2CD5-5E2FEA2D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494" y="829528"/>
            <a:ext cx="5203212" cy="23414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1C55F0-2CAD-5F52-AEB5-811D6C82C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28" y="260975"/>
            <a:ext cx="4111017" cy="34785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B60543-1927-D476-5945-AE2C5DA39647}"/>
              </a:ext>
            </a:extLst>
          </p:cNvPr>
          <p:cNvSpPr txBox="1"/>
          <p:nvPr/>
        </p:nvSpPr>
        <p:spPr>
          <a:xfrm>
            <a:off x="623478" y="7630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45571-E60B-1AF4-D046-F5F5BC23EF28}"/>
              </a:ext>
            </a:extLst>
          </p:cNvPr>
          <p:cNvSpPr txBox="1"/>
          <p:nvPr/>
        </p:nvSpPr>
        <p:spPr>
          <a:xfrm>
            <a:off x="4979644" y="7630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5D565-8390-711E-C3BC-5080B7B06FCF}"/>
              </a:ext>
            </a:extLst>
          </p:cNvPr>
          <p:cNvSpPr txBox="1"/>
          <p:nvPr/>
        </p:nvSpPr>
        <p:spPr>
          <a:xfrm>
            <a:off x="561486" y="39291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76E7F-F68E-BF5F-4930-00E16E40D189}"/>
              </a:ext>
            </a:extLst>
          </p:cNvPr>
          <p:cNvSpPr txBox="1"/>
          <p:nvPr/>
        </p:nvSpPr>
        <p:spPr>
          <a:xfrm>
            <a:off x="4956383" y="391488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FE09AE-42E8-86C2-1A31-242350A64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74" y="3924194"/>
            <a:ext cx="3852419" cy="2751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409BB3-E5AE-E720-BD0D-B2E925F2E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113" y="3914887"/>
            <a:ext cx="3852419" cy="275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4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DB60543-1927-D476-5945-AE2C5DA39647}"/>
              </a:ext>
            </a:extLst>
          </p:cNvPr>
          <p:cNvSpPr txBox="1"/>
          <p:nvPr/>
        </p:nvSpPr>
        <p:spPr>
          <a:xfrm>
            <a:off x="557218" y="85503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45571-E60B-1AF4-D046-F5F5BC23EF28}"/>
              </a:ext>
            </a:extLst>
          </p:cNvPr>
          <p:cNvSpPr txBox="1"/>
          <p:nvPr/>
        </p:nvSpPr>
        <p:spPr>
          <a:xfrm>
            <a:off x="6186790" y="85503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7A6ED3-1E71-97BE-62B6-94787088F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640" y="1475171"/>
            <a:ext cx="5470716" cy="39076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DDE00F-922E-6CEE-3CD0-37FC5B20B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8" y="1475172"/>
            <a:ext cx="5470714" cy="390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C9AFCD-864C-C86A-1313-AB530DCF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30" y="3454318"/>
            <a:ext cx="3386856" cy="299290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6945BC-1D69-5BEE-90FA-ED957546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422" y="3454317"/>
            <a:ext cx="3386856" cy="29929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EC0F62A-9C44-1850-AC90-9973A82CE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214" y="3429000"/>
            <a:ext cx="3386856" cy="2992908"/>
          </a:xfrm>
          <a:prstGeom prst="rect">
            <a:avLst/>
          </a:prstGeom>
        </p:spPr>
      </p:pic>
      <p:pic>
        <p:nvPicPr>
          <p:cNvPr id="5" name="Content Placeholder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47A1739-F1BF-8847-C419-76B5AE71D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51592" y="247111"/>
            <a:ext cx="4988178" cy="2992907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4B196E-5051-C42C-3118-1F93F6A698A1}"/>
              </a:ext>
            </a:extLst>
          </p:cNvPr>
          <p:cNvSpPr txBox="1"/>
          <p:nvPr/>
        </p:nvSpPr>
        <p:spPr>
          <a:xfrm>
            <a:off x="651592" y="476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587C3-E0E3-2204-1D33-8DB256A8CC75}"/>
              </a:ext>
            </a:extLst>
          </p:cNvPr>
          <p:cNvSpPr txBox="1"/>
          <p:nvPr/>
        </p:nvSpPr>
        <p:spPr>
          <a:xfrm>
            <a:off x="655923" y="31550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E20DE-3FFD-3298-345B-EA1A50BA0516}"/>
              </a:ext>
            </a:extLst>
          </p:cNvPr>
          <p:cNvSpPr txBox="1"/>
          <p:nvPr/>
        </p:nvSpPr>
        <p:spPr>
          <a:xfrm>
            <a:off x="5778284" y="4762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3D7B1-3911-7C67-89D6-E7442028D0BB}"/>
              </a:ext>
            </a:extLst>
          </p:cNvPr>
          <p:cNvSpPr txBox="1"/>
          <p:nvPr/>
        </p:nvSpPr>
        <p:spPr>
          <a:xfrm>
            <a:off x="4110681" y="315509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83963-500B-2EEA-43C8-7AC81E2FE0E7}"/>
              </a:ext>
            </a:extLst>
          </p:cNvPr>
          <p:cNvSpPr txBox="1"/>
          <p:nvPr/>
        </p:nvSpPr>
        <p:spPr>
          <a:xfrm>
            <a:off x="7430626" y="315509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3E98747-D19E-3A8C-947F-5DF68363C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498" y="232294"/>
            <a:ext cx="4988180" cy="29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41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810D61-91BE-B2E0-6040-484F64D2AA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89"/>
          <a:stretch/>
        </p:blipFill>
        <p:spPr>
          <a:xfrm>
            <a:off x="854828" y="683548"/>
            <a:ext cx="9332844" cy="259564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9B6D78-DC44-D89E-3BEA-10A458674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7207"/>
          <a:stretch/>
        </p:blipFill>
        <p:spPr>
          <a:xfrm>
            <a:off x="926388" y="3455004"/>
            <a:ext cx="7570382" cy="2719448"/>
          </a:xfr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5E791DA-B614-57F2-4D31-272F2CC4AE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867" t="16448" b="48246"/>
          <a:stretch/>
        </p:blipFill>
        <p:spPr>
          <a:xfrm>
            <a:off x="9047932" y="3561065"/>
            <a:ext cx="1089964" cy="1798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14337-2996-9067-9794-91D0AB6ACE28}"/>
              </a:ext>
            </a:extLst>
          </p:cNvPr>
          <p:cNvSpPr txBox="1"/>
          <p:nvPr/>
        </p:nvSpPr>
        <p:spPr>
          <a:xfrm>
            <a:off x="616688" y="37214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256D8-DB33-F75D-ABAA-6D3A1FB1BA84}"/>
              </a:ext>
            </a:extLst>
          </p:cNvPr>
          <p:cNvSpPr txBox="1"/>
          <p:nvPr/>
        </p:nvSpPr>
        <p:spPr>
          <a:xfrm>
            <a:off x="616688" y="32094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C9B04-9DF2-0086-58BF-DF49BED2F8BB}"/>
              </a:ext>
            </a:extLst>
          </p:cNvPr>
          <p:cNvSpPr txBox="1"/>
          <p:nvPr/>
        </p:nvSpPr>
        <p:spPr>
          <a:xfrm>
            <a:off x="9047932" y="5197097"/>
            <a:ext cx="867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Modern</a:t>
            </a:r>
          </a:p>
          <a:p>
            <a:r>
              <a:rPr lang="en-US" sz="1400" dirty="0">
                <a:solidFill>
                  <a:srgbClr val="8F582D"/>
                </a:solidFill>
              </a:rPr>
              <a:t>Historical</a:t>
            </a:r>
          </a:p>
        </p:txBody>
      </p:sp>
    </p:spTree>
    <p:extLst>
      <p:ext uri="{BB962C8B-B14F-4D97-AF65-F5344CB8AC3E}">
        <p14:creationId xmlns:p14="http://schemas.microsoft.com/office/powerpoint/2010/main" val="2544891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C46B-3DA6-F16F-A7A5-D6F96519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3C1BF4-649C-4C49-9F44-9B65E692D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402"/>
          <a:stretch/>
        </p:blipFill>
        <p:spPr>
          <a:xfrm>
            <a:off x="7312937" y="551939"/>
            <a:ext cx="4443249" cy="20990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41A7E1-699B-A740-9AE3-F578C24F3A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06"/>
          <a:stretch/>
        </p:blipFill>
        <p:spPr>
          <a:xfrm>
            <a:off x="7312937" y="2557116"/>
            <a:ext cx="4443249" cy="1482461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A334F0-207F-284F-164D-8B8DAAE6117C}"/>
              </a:ext>
            </a:extLst>
          </p:cNvPr>
          <p:cNvSpPr/>
          <p:nvPr/>
        </p:nvSpPr>
        <p:spPr>
          <a:xfrm>
            <a:off x="4938791" y="1353622"/>
            <a:ext cx="1191974" cy="112857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06D00-A8AE-4BD9-CFA6-0DC8DF6E38A0}"/>
              </a:ext>
            </a:extLst>
          </p:cNvPr>
          <p:cNvSpPr txBox="1"/>
          <p:nvPr/>
        </p:nvSpPr>
        <p:spPr>
          <a:xfrm>
            <a:off x="1913860" y="34024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80CA9-ECD2-EF8E-9CA4-DF728C88AA8D}"/>
              </a:ext>
            </a:extLst>
          </p:cNvPr>
          <p:cNvSpPr txBox="1"/>
          <p:nvPr/>
        </p:nvSpPr>
        <p:spPr>
          <a:xfrm>
            <a:off x="6871624" y="34024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2DB7E-6802-ACC3-9EAC-AB38D2CF8AAD}"/>
              </a:ext>
            </a:extLst>
          </p:cNvPr>
          <p:cNvSpPr txBox="1"/>
          <p:nvPr/>
        </p:nvSpPr>
        <p:spPr>
          <a:xfrm>
            <a:off x="1913860" y="40103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224C0D2-0091-ABB8-235F-69FC3CBCA8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91" t="24651" r="38184" b="18438"/>
          <a:stretch/>
        </p:blipFill>
        <p:spPr>
          <a:xfrm>
            <a:off x="4663697" y="743784"/>
            <a:ext cx="2222297" cy="21481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F9222C-90AA-809A-3FD6-B4A4C1C6E7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023" b="29958"/>
          <a:stretch/>
        </p:blipFill>
        <p:spPr>
          <a:xfrm>
            <a:off x="2340397" y="4132789"/>
            <a:ext cx="9418983" cy="2650113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D189A3A3-C9D4-2DE5-043E-875920D93B2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0561" t="4681" r="46634" b="88181"/>
          <a:stretch/>
        </p:blipFill>
        <p:spPr>
          <a:xfrm>
            <a:off x="11081185" y="3505829"/>
            <a:ext cx="570884" cy="1237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A9FF6F-0417-984A-9B5B-1869B8895AF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4355" t="5126" r="32311" b="88561"/>
          <a:stretch/>
        </p:blipFill>
        <p:spPr>
          <a:xfrm>
            <a:off x="11081185" y="3650469"/>
            <a:ext cx="594489" cy="1094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0731CBB-AE74-FDF8-D5A5-33E3ED1CC2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618" t="29698" r="51308" b="27623"/>
          <a:stretch/>
        </p:blipFill>
        <p:spPr>
          <a:xfrm>
            <a:off x="11353747" y="2005751"/>
            <a:ext cx="125905" cy="3333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766E1B8-FA64-739A-C458-C72434E56F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986" t="29698" r="64637" b="27623"/>
          <a:stretch/>
        </p:blipFill>
        <p:spPr>
          <a:xfrm>
            <a:off x="11476024" y="2005751"/>
            <a:ext cx="192185" cy="33337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2380D-04B2-0041-B46A-315DCDE67F62}"/>
              </a:ext>
            </a:extLst>
          </p:cNvPr>
          <p:cNvGrpSpPr/>
          <p:nvPr/>
        </p:nvGrpSpPr>
        <p:grpSpPr>
          <a:xfrm>
            <a:off x="2115021" y="2953077"/>
            <a:ext cx="4774598" cy="1124774"/>
            <a:chOff x="2115021" y="2953077"/>
            <a:chExt cx="4774598" cy="1124774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94BA06C-30F5-37EE-6775-684772B683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15101"/>
            <a:stretch/>
          </p:blipFill>
          <p:spPr>
            <a:xfrm>
              <a:off x="2115021" y="2953077"/>
              <a:ext cx="4774598" cy="1124774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A0D7CA3-6545-8C42-A326-1DF82CDF8921}"/>
                </a:ext>
              </a:extLst>
            </p:cNvPr>
            <p:cNvSpPr txBox="1"/>
            <p:nvPr/>
          </p:nvSpPr>
          <p:spPr>
            <a:xfrm>
              <a:off x="4394200" y="3700866"/>
              <a:ext cx="2544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//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AD46AC0-E7A7-E44D-BA4E-38D57D4C8C1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1758" t="20535" r="27339" b="19826"/>
          <a:stretch/>
        </p:blipFill>
        <p:spPr>
          <a:xfrm>
            <a:off x="2115021" y="717930"/>
            <a:ext cx="2171391" cy="21263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321C0A-50A3-9B48-A05C-E2035E21FEA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78472" t="45714" b="45595"/>
          <a:stretch/>
        </p:blipFill>
        <p:spPr>
          <a:xfrm>
            <a:off x="2152362" y="2651033"/>
            <a:ext cx="872432" cy="35219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C64F560-5301-3D90-6FDC-FBFDC755BB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50" y="2350288"/>
            <a:ext cx="1249807" cy="7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3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4170-5334-C3B9-A112-597551D8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E2ACE7A-FDE0-8E92-6C4C-0818564469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737" b="29809"/>
          <a:stretch/>
        </p:blipFill>
        <p:spPr>
          <a:xfrm>
            <a:off x="2361648" y="4118237"/>
            <a:ext cx="9418983" cy="2673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9C5D3D-300F-B361-DF74-4FC144954E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97" t="21918" r="31579" b="22038"/>
          <a:stretch/>
        </p:blipFill>
        <p:spPr>
          <a:xfrm>
            <a:off x="2136519" y="657858"/>
            <a:ext cx="2131373" cy="2083735"/>
          </a:xfrm>
          <a:prstGeom prst="rect">
            <a:avLst/>
          </a:prstGeom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80CCFB5-5B2D-3F74-9A40-2C36A80A9D37}"/>
              </a:ext>
            </a:extLst>
          </p:cNvPr>
          <p:cNvSpPr/>
          <p:nvPr/>
        </p:nvSpPr>
        <p:spPr>
          <a:xfrm>
            <a:off x="4938791" y="1353622"/>
            <a:ext cx="1191974" cy="112857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878AC-CC66-1853-3FE1-03A6B84CD8E8}"/>
              </a:ext>
            </a:extLst>
          </p:cNvPr>
          <p:cNvSpPr txBox="1"/>
          <p:nvPr/>
        </p:nvSpPr>
        <p:spPr>
          <a:xfrm>
            <a:off x="1913860" y="34024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35F65-2066-6313-BE24-12160BDBFAE4}"/>
              </a:ext>
            </a:extLst>
          </p:cNvPr>
          <p:cNvSpPr txBox="1"/>
          <p:nvPr/>
        </p:nvSpPr>
        <p:spPr>
          <a:xfrm>
            <a:off x="6871624" y="34024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F2985E-0D55-E0AD-7CE1-51D1EC967E0D}"/>
              </a:ext>
            </a:extLst>
          </p:cNvPr>
          <p:cNvSpPr txBox="1"/>
          <p:nvPr/>
        </p:nvSpPr>
        <p:spPr>
          <a:xfrm>
            <a:off x="1913860" y="40103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1E2DD6-C58E-A643-8C7F-6BBF8D7C0512}"/>
              </a:ext>
            </a:extLst>
          </p:cNvPr>
          <p:cNvGrpSpPr/>
          <p:nvPr/>
        </p:nvGrpSpPr>
        <p:grpSpPr>
          <a:xfrm>
            <a:off x="2174735" y="2905279"/>
            <a:ext cx="4740025" cy="1120344"/>
            <a:chOff x="2256238" y="2912639"/>
            <a:chExt cx="4740025" cy="11203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E1B9EC3-3A75-1718-58E1-5E4A7DFBC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5383"/>
            <a:stretch/>
          </p:blipFill>
          <p:spPr>
            <a:xfrm>
              <a:off x="2256238" y="2912639"/>
              <a:ext cx="4740025" cy="112034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3C37F1-3601-6549-B34D-9A2A83715FB6}"/>
                </a:ext>
              </a:extLst>
            </p:cNvPr>
            <p:cNvSpPr txBox="1"/>
            <p:nvPr/>
          </p:nvSpPr>
          <p:spPr>
            <a:xfrm>
              <a:off x="4527609" y="3652202"/>
              <a:ext cx="2544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//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13C1BF4-649C-4C49-9F44-9B65E692D0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4402"/>
          <a:stretch/>
        </p:blipFill>
        <p:spPr>
          <a:xfrm>
            <a:off x="7162421" y="522681"/>
            <a:ext cx="4443249" cy="2099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41A7E1-699B-A740-9AE3-F578C24F3A9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206"/>
          <a:stretch/>
        </p:blipFill>
        <p:spPr>
          <a:xfrm>
            <a:off x="7162421" y="2527858"/>
            <a:ext cx="4443249" cy="14824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89A3A3-C9D4-2DE5-043E-875920D93B2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0561" t="4681" r="46634" b="88181"/>
          <a:stretch/>
        </p:blipFill>
        <p:spPr>
          <a:xfrm>
            <a:off x="10930669" y="3476571"/>
            <a:ext cx="570884" cy="1237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2A9FF6F-0417-984A-9B5B-1869B8895AF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4355" t="5126" r="32311" b="88561"/>
          <a:stretch/>
        </p:blipFill>
        <p:spPr>
          <a:xfrm>
            <a:off x="10930669" y="3621211"/>
            <a:ext cx="594489" cy="10945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0731CBB-AE74-FDF8-D5A5-33E3ED1CC28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618" t="29698" r="51308" b="27623"/>
          <a:stretch/>
        </p:blipFill>
        <p:spPr>
          <a:xfrm>
            <a:off x="11203231" y="1976493"/>
            <a:ext cx="125905" cy="3333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766E1B8-FA64-739A-C458-C72434E56F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986" t="29698" r="64637" b="27623"/>
          <a:stretch/>
        </p:blipFill>
        <p:spPr>
          <a:xfrm>
            <a:off x="11325508" y="1976493"/>
            <a:ext cx="192185" cy="333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46A6EA-F0BC-E4AF-F5A9-90471659224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255" t="26759" r="37762" b="18625"/>
          <a:stretch/>
        </p:blipFill>
        <p:spPr>
          <a:xfrm>
            <a:off x="4491525" y="698461"/>
            <a:ext cx="2386223" cy="2114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9755F1-62A6-5504-4025-3DC79D69E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2700" y="2331181"/>
            <a:ext cx="1115841" cy="697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02830B-F0E2-0F68-DBDF-72F3BD91A8C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78558" t="45704" r="148" b="45687"/>
          <a:stretch/>
        </p:blipFill>
        <p:spPr>
          <a:xfrm>
            <a:off x="2221958" y="2546981"/>
            <a:ext cx="913465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9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8972-60f5-4afa-98f6-c19520574e57" xsi:nil="true"/>
    <lcf76f155ced4ddcb4097134ff3c332f xmlns="ac5dfaab-0878-459b-b0b1-00a629eabd8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439232332249822FBB3717BF308A" ma:contentTypeVersion="15" ma:contentTypeDescription="Create a new document." ma:contentTypeScope="" ma:versionID="701781068bddb0acf2f4ccc9e7a6a799">
  <xsd:schema xmlns:xsd="http://www.w3.org/2001/XMLSchema" xmlns:xs="http://www.w3.org/2001/XMLSchema" xmlns:p="http://schemas.microsoft.com/office/2006/metadata/properties" xmlns:ns2="ac5dfaab-0878-459b-b0b1-00a629eabd85" xmlns:ns3="4c318972-60f5-4afa-98f6-c19520574e57" targetNamespace="http://schemas.microsoft.com/office/2006/metadata/properties" ma:root="true" ma:fieldsID="1e97419e04d06508345b0a854171ee4d" ns2:_="" ns3:_="">
    <xsd:import namespace="ac5dfaab-0878-459b-b0b1-00a629eabd85"/>
    <xsd:import namespace="4c318972-60f5-4afa-98f6-c19520574e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dfaab-0878-459b-b0b1-00a629eabd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8972-60f5-4afa-98f6-c19520574e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0052e06-4aa5-4288-809d-4048ac8df144}" ma:internalName="TaxCatchAll" ma:showField="CatchAllData" ma:web="4c318972-60f5-4afa-98f6-c19520574e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79B129-5F64-4169-A8A6-BBD9F9947508}">
  <ds:schemaRefs>
    <ds:schemaRef ds:uri="http://schemas.microsoft.com/office/2006/metadata/properties"/>
    <ds:schemaRef ds:uri="http://schemas.microsoft.com/office/infopath/2007/PartnerControls"/>
    <ds:schemaRef ds:uri="4c318972-60f5-4afa-98f6-c19520574e57"/>
    <ds:schemaRef ds:uri="ac5dfaab-0878-459b-b0b1-00a629eabd85"/>
  </ds:schemaRefs>
</ds:datastoreItem>
</file>

<file path=customXml/itemProps2.xml><?xml version="1.0" encoding="utf-8"?>
<ds:datastoreItem xmlns:ds="http://schemas.openxmlformats.org/officeDocument/2006/customXml" ds:itemID="{26564D8D-6CAA-45DD-B2E6-6B9B67D9E6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549F9B-1475-4ADC-97CC-10031B869B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5dfaab-0878-459b-b0b1-00a629eabd85"/>
    <ds:schemaRef ds:uri="4c318972-60f5-4afa-98f6-c19520574e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35034</TotalTime>
  <Words>23</Words>
  <Application>Microsoft Macintosh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67</cp:revision>
  <dcterms:created xsi:type="dcterms:W3CDTF">2025-05-07T01:06:08Z</dcterms:created>
  <dcterms:modified xsi:type="dcterms:W3CDTF">2025-10-17T01:25:51Z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0x0101009FE6439232332249822FBB3717BF308A</vt:lpwstr>
  </property>
</Properties>
</file>
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351" r:id="rId5"/>
    <p:sldId id="352" r:id="rId6"/>
    <p:sldId id="353" r:id="rId7"/>
    <p:sldId id="339" r:id="rId8"/>
    <p:sldId id="340" r:id="rId9"/>
    <p:sldId id="341" r:id="rId10"/>
    <p:sldId id="343" r:id="rId11"/>
    <p:sldId id="342" r:id="rId12"/>
    <p:sldId id="345" r:id="rId13"/>
    <p:sldId id="346" r:id="rId14"/>
    <p:sldId id="349" r:id="rId15"/>
    <p:sldId id="35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582D"/>
    <a:srgbClr val="A6631A"/>
    <a:srgbClr val="1A9E77"/>
    <a:srgbClr val="B21A2A"/>
    <a:srgbClr val="2165AC"/>
    <a:srgbClr val="969696"/>
    <a:srgbClr val="FAD42A"/>
    <a:srgbClr val="801033"/>
    <a:srgbClr val="638CCD"/>
    <a:srgbClr val="F7D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6"/>
    <p:restoredTop sz="97030"/>
  </p:normalViewPr>
  <p:slideViewPr>
    <p:cSldViewPr snapToGrid="0">
      <p:cViewPr>
        <p:scale>
          <a:sx n="165" d="100"/>
          <a:sy n="165" d="100"/>
        </p:scale>
        <p:origin x="10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2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emf"/><Relationship Id="rId5" Type="http://schemas.openxmlformats.org/officeDocument/2006/relationships/image" Target="../media/image28.png"/><Relationship Id="rId4" Type="http://schemas.openxmlformats.org/officeDocument/2006/relationships/image" Target="../media/image27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2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28.png"/><Relationship Id="rId4" Type="http://schemas.openxmlformats.org/officeDocument/2006/relationships/image" Target="../media/image30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33.emf"/><Relationship Id="rId7" Type="http://schemas.openxmlformats.org/officeDocument/2006/relationships/image" Target="../media/image37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5" Type="http://schemas.openxmlformats.org/officeDocument/2006/relationships/image" Target="../media/image35.emf"/><Relationship Id="rId10" Type="http://schemas.openxmlformats.org/officeDocument/2006/relationships/image" Target="../media/image40.emf"/><Relationship Id="rId4" Type="http://schemas.openxmlformats.org/officeDocument/2006/relationships/image" Target="../media/image34.emf"/><Relationship Id="rId9" Type="http://schemas.openxmlformats.org/officeDocument/2006/relationships/image" Target="../media/image39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40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emf"/><Relationship Id="rId3" Type="http://schemas.openxmlformats.org/officeDocument/2006/relationships/image" Target="../media/image44.emf"/><Relationship Id="rId7" Type="http://schemas.openxmlformats.org/officeDocument/2006/relationships/image" Target="../media/image37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emf"/><Relationship Id="rId5" Type="http://schemas.openxmlformats.org/officeDocument/2006/relationships/image" Target="../media/image45.emf"/><Relationship Id="rId10" Type="http://schemas.openxmlformats.org/officeDocument/2006/relationships/image" Target="../media/image47.emf"/><Relationship Id="rId4" Type="http://schemas.openxmlformats.org/officeDocument/2006/relationships/image" Target="../media/image35.emf"/><Relationship Id="rId9" Type="http://schemas.openxmlformats.org/officeDocument/2006/relationships/image" Target="../media/image46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emf"/><Relationship Id="rId3" Type="http://schemas.openxmlformats.org/officeDocument/2006/relationships/image" Target="../media/image45.emf"/><Relationship Id="rId7" Type="http://schemas.openxmlformats.org/officeDocument/2006/relationships/image" Target="../media/image40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emf"/><Relationship Id="rId11" Type="http://schemas.openxmlformats.org/officeDocument/2006/relationships/image" Target="../media/image54.emf"/><Relationship Id="rId5" Type="http://schemas.openxmlformats.org/officeDocument/2006/relationships/image" Target="../media/image50.emf"/><Relationship Id="rId10" Type="http://schemas.openxmlformats.org/officeDocument/2006/relationships/image" Target="../media/image53.emf"/><Relationship Id="rId4" Type="http://schemas.openxmlformats.org/officeDocument/2006/relationships/image" Target="../media/image49.emf"/><Relationship Id="rId9" Type="http://schemas.openxmlformats.org/officeDocument/2006/relationships/image" Target="../media/image5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FCD13C68-AADC-6DA3-7DCA-AD0B0BC180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903" r="50118"/>
          <a:stretch/>
        </p:blipFill>
        <p:spPr>
          <a:xfrm>
            <a:off x="1080666" y="4050397"/>
            <a:ext cx="3610416" cy="2807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A9AB60-8EC0-1397-23C7-C883AA150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04" y="260975"/>
            <a:ext cx="4187540" cy="38385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623478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561486" y="39291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56383" y="391488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999053-5AFA-35DA-E1B5-7736BD44B936}"/>
              </a:ext>
            </a:extLst>
          </p:cNvPr>
          <p:cNvGrpSpPr/>
          <p:nvPr/>
        </p:nvGrpSpPr>
        <p:grpSpPr>
          <a:xfrm>
            <a:off x="5235467" y="312409"/>
            <a:ext cx="3807373" cy="3490091"/>
            <a:chOff x="5235467" y="312409"/>
            <a:chExt cx="3807373" cy="349009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EEF88EA-AA4C-D2C3-35CD-98BEAFBAC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35467" y="312409"/>
              <a:ext cx="3807373" cy="349009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4A9DD4D-58FB-D858-BB55-8BEBCC7C8780}"/>
                </a:ext>
              </a:extLst>
            </p:cNvPr>
            <p:cNvSpPr txBox="1"/>
            <p:nvPr/>
          </p:nvSpPr>
          <p:spPr>
            <a:xfrm>
              <a:off x="8240840" y="3369438"/>
              <a:ext cx="28405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//</a:t>
              </a: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CB0ECE6-5595-BA03-3E80-CB2D558F7E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0118" t="6254"/>
          <a:stretch/>
        </p:blipFill>
        <p:spPr>
          <a:xfrm>
            <a:off x="5235467" y="4030837"/>
            <a:ext cx="3610416" cy="28271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E32B22C-1C2E-0A14-85CC-857D5A656A7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347" t="1596" r="64425" b="92151"/>
          <a:stretch/>
        </p:blipFill>
        <p:spPr>
          <a:xfrm>
            <a:off x="2505326" y="4128116"/>
            <a:ext cx="1061635" cy="17048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BCA03C7-701D-690A-C8E6-B1E0FBB90DF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9288" t="663" r="15787" b="91582"/>
          <a:stretch/>
        </p:blipFill>
        <p:spPr>
          <a:xfrm>
            <a:off x="6826931" y="4128116"/>
            <a:ext cx="976394" cy="211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26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623478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561486" y="39291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56383" y="391488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8439C-8B6A-9804-6EB0-A453DC2DF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65" y="220233"/>
            <a:ext cx="4111017" cy="34785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FE09AE-42E8-86C2-1A31-242350A64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28" y="3929170"/>
            <a:ext cx="3852419" cy="27517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409BB3-E5AE-E720-BD0D-B2E925F2E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832" y="3929169"/>
            <a:ext cx="3852419" cy="275172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6467D19-96FB-7F36-2826-2F4BA05C519D}"/>
              </a:ext>
            </a:extLst>
          </p:cNvPr>
          <p:cNvGrpSpPr/>
          <p:nvPr/>
        </p:nvGrpSpPr>
        <p:grpSpPr>
          <a:xfrm>
            <a:off x="5315832" y="788786"/>
            <a:ext cx="4925629" cy="2341445"/>
            <a:chOff x="5577481" y="882198"/>
            <a:chExt cx="4925791" cy="221660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F4E2F72-BE59-4BEA-BD37-AFEFCEAC7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77481" y="882198"/>
              <a:ext cx="4925791" cy="221660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B7216B-5EA9-417F-1794-59051E154B2A}"/>
                </a:ext>
              </a:extLst>
            </p:cNvPr>
            <p:cNvSpPr txBox="1"/>
            <p:nvPr/>
          </p:nvSpPr>
          <p:spPr>
            <a:xfrm>
              <a:off x="10073827" y="2713632"/>
              <a:ext cx="26481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//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1548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557218" y="85503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6186790" y="855033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7A6ED3-1E71-97BE-62B6-94787088F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640" y="1475171"/>
            <a:ext cx="5470716" cy="39076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3DDE00F-922E-6CEE-3CD0-37FC5B20B3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8" y="1475172"/>
            <a:ext cx="5470714" cy="390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91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47A1739-F1BF-8847-C419-76B5AE71D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592" y="247111"/>
            <a:ext cx="4988178" cy="2992907"/>
          </a:xfr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4B196E-5051-C42C-3118-1F93F6A698A1}"/>
              </a:ext>
            </a:extLst>
          </p:cNvPr>
          <p:cNvSpPr txBox="1"/>
          <p:nvPr/>
        </p:nvSpPr>
        <p:spPr>
          <a:xfrm>
            <a:off x="651592" y="4762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587C3-E0E3-2204-1D33-8DB256A8CC75}"/>
              </a:ext>
            </a:extLst>
          </p:cNvPr>
          <p:cNvSpPr txBox="1"/>
          <p:nvPr/>
        </p:nvSpPr>
        <p:spPr>
          <a:xfrm>
            <a:off x="655923" y="3155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1E20DE-3FFD-3298-345B-EA1A50BA0516}"/>
              </a:ext>
            </a:extLst>
          </p:cNvPr>
          <p:cNvSpPr txBox="1"/>
          <p:nvPr/>
        </p:nvSpPr>
        <p:spPr>
          <a:xfrm>
            <a:off x="5778284" y="4762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3D7B1-3911-7C67-89D6-E7442028D0BB}"/>
              </a:ext>
            </a:extLst>
          </p:cNvPr>
          <p:cNvSpPr txBox="1"/>
          <p:nvPr/>
        </p:nvSpPr>
        <p:spPr>
          <a:xfrm>
            <a:off x="4110681" y="315509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E83963-500B-2EEA-43C8-7AC81E2FE0E7}"/>
              </a:ext>
            </a:extLst>
          </p:cNvPr>
          <p:cNvSpPr txBox="1"/>
          <p:nvPr/>
        </p:nvSpPr>
        <p:spPr>
          <a:xfrm>
            <a:off x="7430626" y="31550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  <p:pic>
        <p:nvPicPr>
          <p:cNvPr id="6" name="Picture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63E98747-D19E-3A8C-947F-5DF68363C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6498" y="232294"/>
            <a:ext cx="4988180" cy="29929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8079E6-4159-3FFB-0045-06A6EED4FF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4" y="3429000"/>
            <a:ext cx="3386856" cy="29929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D5AF31E-D91A-E15A-A29E-F28A6909D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7502" y="3429000"/>
            <a:ext cx="3386280" cy="29924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5A12A49-5F4C-6628-5E54-9E9348B362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1423" y="3429000"/>
            <a:ext cx="3386855" cy="299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41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9B6D78-DC44-D89E-3BEA-10A458674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7207"/>
          <a:stretch/>
        </p:blipFill>
        <p:spPr>
          <a:xfrm>
            <a:off x="771538" y="3289289"/>
            <a:ext cx="7570382" cy="271944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07B7F7-2F11-5DCA-E116-05C444DFD6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311"/>
          <a:stretch/>
        </p:blipFill>
        <p:spPr>
          <a:xfrm>
            <a:off x="775252" y="387740"/>
            <a:ext cx="9332844" cy="2585261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5E791DA-B614-57F2-4D31-272F2CC4AE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2867" t="16448" b="48246"/>
          <a:stretch/>
        </p:blipFill>
        <p:spPr>
          <a:xfrm>
            <a:off x="8893082" y="3395350"/>
            <a:ext cx="1089964" cy="1798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14337-2996-9067-9794-91D0AB6ACE28}"/>
              </a:ext>
            </a:extLst>
          </p:cNvPr>
          <p:cNvSpPr txBox="1"/>
          <p:nvPr/>
        </p:nvSpPr>
        <p:spPr>
          <a:xfrm>
            <a:off x="616688" y="37214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256D8-DB33-F75D-ABAA-6D3A1FB1BA84}"/>
              </a:ext>
            </a:extLst>
          </p:cNvPr>
          <p:cNvSpPr txBox="1"/>
          <p:nvPr/>
        </p:nvSpPr>
        <p:spPr>
          <a:xfrm>
            <a:off x="616688" y="320947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C9B04-9DF2-0086-58BF-DF49BED2F8BB}"/>
              </a:ext>
            </a:extLst>
          </p:cNvPr>
          <p:cNvSpPr txBox="1"/>
          <p:nvPr/>
        </p:nvSpPr>
        <p:spPr>
          <a:xfrm>
            <a:off x="8893082" y="5031382"/>
            <a:ext cx="867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Modern</a:t>
            </a:r>
          </a:p>
          <a:p>
            <a:r>
              <a:rPr lang="en-US" sz="1400" dirty="0">
                <a:solidFill>
                  <a:srgbClr val="8F582D"/>
                </a:solidFill>
              </a:rPr>
              <a:t>Historical</a:t>
            </a:r>
          </a:p>
        </p:txBody>
      </p:sp>
    </p:spTree>
    <p:extLst>
      <p:ext uri="{BB962C8B-B14F-4D97-AF65-F5344CB8AC3E}">
        <p14:creationId xmlns:p14="http://schemas.microsoft.com/office/powerpoint/2010/main" val="25448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DDDA6-7BCB-FA68-A3C6-0F4B4103A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6320" r="33567"/>
          <a:stretch/>
        </p:blipFill>
        <p:spPr>
          <a:xfrm>
            <a:off x="1304621" y="2307264"/>
            <a:ext cx="3854303" cy="407634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CFEEC9-05A6-C935-5E74-43CD4331F7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980"/>
          <a:stretch/>
        </p:blipFill>
        <p:spPr>
          <a:xfrm>
            <a:off x="983512" y="119074"/>
            <a:ext cx="8777177" cy="1913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C58261-C0FB-D6BD-1564-94025DA921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405" t="8897" r="20114"/>
          <a:stretch/>
        </p:blipFill>
        <p:spPr>
          <a:xfrm>
            <a:off x="5783730" y="2438948"/>
            <a:ext cx="3397688" cy="3347513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161A2DA3-0E0D-F3A9-9CE1-689AB54496A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2218" t="40309" b="40143"/>
          <a:stretch/>
        </p:blipFill>
        <p:spPr>
          <a:xfrm>
            <a:off x="4829079" y="5528702"/>
            <a:ext cx="2192030" cy="8506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92E943-2BC3-964D-CEED-7DA2A302A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567" y="3741882"/>
            <a:ext cx="443466" cy="8869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64B3FD-C9A2-99AC-EF3D-B9351B84827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86089" t="42532" b="34459"/>
          <a:stretch/>
        </p:blipFill>
        <p:spPr>
          <a:xfrm>
            <a:off x="8157306" y="1908039"/>
            <a:ext cx="1711842" cy="53090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9F7D96-11CC-4F55-2902-A73BD1FD0946}"/>
              </a:ext>
            </a:extLst>
          </p:cNvPr>
          <p:cNvSpPr txBox="1"/>
          <p:nvPr/>
        </p:nvSpPr>
        <p:spPr>
          <a:xfrm>
            <a:off x="512979" y="2870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563843-442C-BA45-9C88-49A30134E2F7}"/>
              </a:ext>
            </a:extLst>
          </p:cNvPr>
          <p:cNvSpPr txBox="1"/>
          <p:nvPr/>
        </p:nvSpPr>
        <p:spPr>
          <a:xfrm>
            <a:off x="520995" y="217967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AAAB65-D436-337D-726C-DE634533AA69}"/>
              </a:ext>
            </a:extLst>
          </p:cNvPr>
          <p:cNvSpPr txBox="1"/>
          <p:nvPr/>
        </p:nvSpPr>
        <p:spPr>
          <a:xfrm>
            <a:off x="5525558" y="21844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97084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715445" y="-21477"/>
            <a:ext cx="2494409" cy="2525002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5463247" y="120645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9760792" y="722181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715445" y="3311993"/>
            <a:ext cx="8600276" cy="291050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779329" y="903099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372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5294114" y="919171"/>
            <a:ext cx="2195110" cy="19381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551813" y="2488019"/>
            <a:ext cx="2870793" cy="6257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7B08FA-2EBF-8C0B-86A6-1A61DF39F27C}"/>
              </a:ext>
            </a:extLst>
          </p:cNvPr>
          <p:cNvSpPr txBox="1"/>
          <p:nvPr/>
        </p:nvSpPr>
        <p:spPr>
          <a:xfrm>
            <a:off x="9510010" y="33723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40615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359842" y="27627"/>
            <a:ext cx="2401001" cy="2430448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3568869" y="1352193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7512515" y="791940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293011" y="3613666"/>
            <a:ext cx="7605978" cy="257401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4740622" y="827482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700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3450625" y="1381846"/>
            <a:ext cx="1600921" cy="14134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231576" y="2473436"/>
            <a:ext cx="2529267" cy="55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136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198" b="24639"/>
          <a:stretch/>
        </p:blipFill>
        <p:spPr>
          <a:xfrm>
            <a:off x="2888348" y="4087137"/>
            <a:ext cx="8156688" cy="2760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C3026C7-D468-596F-B8B4-339E651EAD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73" t="22006" r="29500" b="24477"/>
          <a:stretch/>
        </p:blipFill>
        <p:spPr>
          <a:xfrm>
            <a:off x="2165995" y="524908"/>
            <a:ext cx="2171512" cy="191685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A211CFC-1B76-89E7-1FE4-B25A4B02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5032" t="46429" r="-273" b="45226"/>
          <a:stretch/>
        </p:blipFill>
        <p:spPr>
          <a:xfrm>
            <a:off x="2340397" y="2491482"/>
            <a:ext cx="696852" cy="381558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52239362-DD8B-E6AB-65FD-123072892F58}"/>
              </a:ext>
            </a:extLst>
          </p:cNvPr>
          <p:cNvGrpSpPr/>
          <p:nvPr/>
        </p:nvGrpSpPr>
        <p:grpSpPr>
          <a:xfrm>
            <a:off x="4465661" y="643351"/>
            <a:ext cx="2332102" cy="2345315"/>
            <a:chOff x="2312959" y="611101"/>
            <a:chExt cx="2332102" cy="234531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1F79ED-08A8-5EF2-F6BD-91C0A90FE983}"/>
                </a:ext>
              </a:extLst>
            </p:cNvPr>
            <p:cNvSpPr txBox="1"/>
            <p:nvPr/>
          </p:nvSpPr>
          <p:spPr>
            <a:xfrm>
              <a:off x="3385219" y="2710195"/>
              <a:ext cx="3481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FE87AB-92EE-5F54-ECE6-B5954782DC29}"/>
                </a:ext>
              </a:extLst>
            </p:cNvPr>
            <p:cNvSpPr txBox="1"/>
            <p:nvPr/>
          </p:nvSpPr>
          <p:spPr>
            <a:xfrm rot="16200000">
              <a:off x="2277212" y="1537537"/>
              <a:ext cx="3177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lat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8935300-6974-2CF9-5026-55DCE8D1EE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491" t="24651" r="38184" b="18438"/>
            <a:stretch/>
          </p:blipFill>
          <p:spPr>
            <a:xfrm>
              <a:off x="2473549" y="611101"/>
              <a:ext cx="2171512" cy="2099094"/>
            </a:xfrm>
            <a:prstGeom prst="rect">
              <a:avLst/>
            </a:prstGeom>
          </p:spPr>
        </p:pic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7AAD69E0-A6E1-9E04-CC84-88610BA356D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101"/>
          <a:stretch/>
        </p:blipFill>
        <p:spPr>
          <a:xfrm>
            <a:off x="2115021" y="2953077"/>
            <a:ext cx="4774598" cy="1124774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DD73BA9-73C8-3B0E-7AC4-2B4AB0070B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1716" y="2207537"/>
            <a:ext cx="1249807" cy="781129"/>
          </a:xfrm>
          <a:prstGeom prst="rect">
            <a:avLst/>
          </a:prstGeom>
        </p:spPr>
      </p:pic>
      <p:pic>
        <p:nvPicPr>
          <p:cNvPr id="1055" name="Picture 1054">
            <a:extLst>
              <a:ext uri="{FF2B5EF4-FFF2-40B4-BE49-F238E27FC236}">
                <a16:creationId xmlns:a16="http://schemas.microsoft.com/office/drawing/2014/main" id="{DDC233DB-B203-EA34-F779-BA914610B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4183" y="547438"/>
            <a:ext cx="4233897" cy="2116949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CF71893B-00AF-7FF2-8273-B38C4B743E8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2903" t="24824" r="7157"/>
          <a:stretch/>
        </p:blipFill>
        <p:spPr>
          <a:xfrm>
            <a:off x="7536773" y="2667157"/>
            <a:ext cx="3857446" cy="1410694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E2814432-C3DD-F995-2E32-8E71AD0EA2A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39060" t="4681" r="31336" b="86103"/>
          <a:stretch/>
        </p:blipFill>
        <p:spPr>
          <a:xfrm>
            <a:off x="8873437" y="2546671"/>
            <a:ext cx="1319917" cy="159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7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A472B79F-4A91-68B3-BFB1-23DF408CDF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342" b="6669"/>
          <a:stretch/>
        </p:blipFill>
        <p:spPr>
          <a:xfrm>
            <a:off x="7335240" y="2616902"/>
            <a:ext cx="4396307" cy="131627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EEA3C5-125C-15E3-CB78-8F036DBDD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053" b="4484"/>
          <a:stretch/>
        </p:blipFill>
        <p:spPr>
          <a:xfrm>
            <a:off x="7319874" y="578972"/>
            <a:ext cx="4427041" cy="1988457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86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402"/>
          <a:stretch/>
        </p:blipFill>
        <p:spPr>
          <a:xfrm>
            <a:off x="7312937" y="551939"/>
            <a:ext cx="4443249" cy="20990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206"/>
          <a:stretch/>
        </p:blipFill>
        <p:spPr>
          <a:xfrm>
            <a:off x="7312937" y="2557116"/>
            <a:ext cx="4443249" cy="1482461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3A334F0-207F-284F-164D-8B8DAAE6117C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06D00-A8AE-4BD9-CFA6-0DC8DF6E38A0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2DB7E-6802-ACC3-9EAC-AB38D2CF8AA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224C0D2-0091-ABB8-235F-69FC3CBCA8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491" t="24651" r="38184" b="18438"/>
          <a:stretch/>
        </p:blipFill>
        <p:spPr>
          <a:xfrm>
            <a:off x="4663697" y="743784"/>
            <a:ext cx="2222297" cy="214818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F9222C-90AA-809A-3FD6-B4A4C1C6E7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52380D-04B2-0041-B46A-315DCDE67F62}"/>
              </a:ext>
            </a:extLst>
          </p:cNvPr>
          <p:cNvGrpSpPr/>
          <p:nvPr/>
        </p:nvGrpSpPr>
        <p:grpSpPr>
          <a:xfrm>
            <a:off x="2115021" y="2953077"/>
            <a:ext cx="4774598" cy="1124774"/>
            <a:chOff x="2115021" y="2953077"/>
            <a:chExt cx="4774598" cy="11247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94BA06C-30F5-37EE-6775-684772B683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15101"/>
            <a:stretch/>
          </p:blipFill>
          <p:spPr>
            <a:xfrm>
              <a:off x="2115021" y="2953077"/>
              <a:ext cx="4774598" cy="1124774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A0D7CA3-6545-8C42-A326-1DF82CDF8921}"/>
                </a:ext>
              </a:extLst>
            </p:cNvPr>
            <p:cNvSpPr txBox="1"/>
            <p:nvPr/>
          </p:nvSpPr>
          <p:spPr>
            <a:xfrm>
              <a:off x="4394200" y="3700866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CAD46AC0-E7A7-E44D-BA4E-38D57D4C8C1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1758" t="20535" r="27339" b="19826"/>
          <a:stretch/>
        </p:blipFill>
        <p:spPr>
          <a:xfrm>
            <a:off x="2115021" y="717930"/>
            <a:ext cx="2171391" cy="212635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321C0A-50A3-9B48-A05C-E2035E21FEA6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78472" t="45714" b="45595"/>
          <a:stretch/>
        </p:blipFill>
        <p:spPr>
          <a:xfrm>
            <a:off x="2152362" y="2651033"/>
            <a:ext cx="872432" cy="35219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C64F560-5301-3D90-6FDC-FBFDC755BB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50" y="2350288"/>
            <a:ext cx="1249807" cy="7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3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24170-5334-C3B9-A112-597551D8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99C5D3D-300F-B361-DF74-4FC144954E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097" t="21918" r="31579" b="22038"/>
          <a:stretch/>
        </p:blipFill>
        <p:spPr>
          <a:xfrm>
            <a:off x="2136519" y="657858"/>
            <a:ext cx="2131373" cy="2083735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80CCFB5-5B2D-3F74-9A40-2C36A80A9D37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878AC-CC66-1853-3FE1-03A6B84CD8E8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A35F65-2066-6313-BE24-12160BDBFAE4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F2985E-0D55-E0AD-7CE1-51D1EC967E0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22E4FD1-1C0A-30BC-953B-D0022367E0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1E2DD6-C58E-A643-8C7F-6BBF8D7C0512}"/>
              </a:ext>
            </a:extLst>
          </p:cNvPr>
          <p:cNvGrpSpPr/>
          <p:nvPr/>
        </p:nvGrpSpPr>
        <p:grpSpPr>
          <a:xfrm>
            <a:off x="2174735" y="2905279"/>
            <a:ext cx="4740025" cy="1120344"/>
            <a:chOff x="2256238" y="2912639"/>
            <a:chExt cx="4740025" cy="11203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E1B9EC3-3A75-1718-58E1-5E4A7DFBC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5383"/>
            <a:stretch/>
          </p:blipFill>
          <p:spPr>
            <a:xfrm>
              <a:off x="2256238" y="2912639"/>
              <a:ext cx="4740025" cy="11203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3C37F1-3601-6549-B34D-9A2A83715FB6}"/>
                </a:ext>
              </a:extLst>
            </p:cNvPr>
            <p:cNvSpPr txBox="1"/>
            <p:nvPr/>
          </p:nvSpPr>
          <p:spPr>
            <a:xfrm>
              <a:off x="4527609" y="3652202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4402"/>
          <a:stretch/>
        </p:blipFill>
        <p:spPr>
          <a:xfrm>
            <a:off x="7162421" y="522681"/>
            <a:ext cx="4443249" cy="209909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4206"/>
          <a:stretch/>
        </p:blipFill>
        <p:spPr>
          <a:xfrm>
            <a:off x="7162421" y="2527858"/>
            <a:ext cx="4443249" cy="14824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0561" t="4681" r="46634" b="88181"/>
          <a:stretch/>
        </p:blipFill>
        <p:spPr>
          <a:xfrm>
            <a:off x="10930669" y="3476571"/>
            <a:ext cx="570884" cy="1237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4355" t="5126" r="32311" b="88561"/>
          <a:stretch/>
        </p:blipFill>
        <p:spPr>
          <a:xfrm>
            <a:off x="10930669" y="3621211"/>
            <a:ext cx="594489" cy="10945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8618" t="29698" r="51308" b="27623"/>
          <a:stretch/>
        </p:blipFill>
        <p:spPr>
          <a:xfrm>
            <a:off x="11203231" y="1976493"/>
            <a:ext cx="125905" cy="3333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986" t="29698" r="64637" b="27623"/>
          <a:stretch/>
        </p:blipFill>
        <p:spPr>
          <a:xfrm>
            <a:off x="11325508" y="1976493"/>
            <a:ext cx="192185" cy="333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46A6EA-F0BC-E4AF-F5A9-90471659224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5255" t="26759" r="37762" b="18625"/>
          <a:stretch/>
        </p:blipFill>
        <p:spPr>
          <a:xfrm>
            <a:off x="4491525" y="698461"/>
            <a:ext cx="2386223" cy="21143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9755F1-62A6-5504-4025-3DC79D69E19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72700" y="2331181"/>
            <a:ext cx="1115841" cy="6974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02830B-F0E2-0F68-DBDF-72F3BD91A8C1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78558" t="45704" r="148" b="45687"/>
          <a:stretch/>
        </p:blipFill>
        <p:spPr>
          <a:xfrm>
            <a:off x="2221958" y="2546981"/>
            <a:ext cx="913465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99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customXml/itemProps3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32742</TotalTime>
  <Words>47</Words>
  <Application>Microsoft Macintosh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63</cp:revision>
  <dcterms:created xsi:type="dcterms:W3CDTF">2025-05-07T01:06:08Z</dcterms:created>
  <dcterms:modified xsi:type="dcterms:W3CDTF">2025-10-09T17:05:06Z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